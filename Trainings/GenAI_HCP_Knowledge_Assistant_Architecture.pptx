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GenAI HCP Knowledge Assistant —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TechnoGen for GSK · Nov 2024 – Present</a:t>
            </a:r>
          </a:p>
          <a:p>
            <a:r>
              <a:t>Sr Application Architect: Architecture, RAG, Compliance, CI/CD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complex_flowchart_in_the_architecture_diagram_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548640"/>
            <a:ext cx="11887200" cy="792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Project: GenAI‑Powered HCP Knowledge Assistant for GlaxoSmithKline (GSK)</a:t>
            </a:r>
          </a:p>
          <a:p>
            <a:pPr>
              <a:defRPr sz="1800"/>
            </a:pPr>
            <a:r>
              <a:t>Objective: Provide medical teams secure, compliant natural‑language access to CCMS‑approved content using Retrieval‑Augmented Generation (RAG)</a:t>
            </a:r>
          </a:p>
          <a:p>
            <a:pPr>
              <a:defRPr sz="1800"/>
            </a:pPr>
            <a:r>
              <a:t>Tech stack: Java 17 microservices, NextJS (web), Flutter (mobile), AWS (Lambda, API Gateway, S3, DynamoDB, ECR, CodePipeline/CodeBuild/CodeDeploy), Azure, OpenAI/Bedrock, LangChain, Infobip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Logical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User Interfaces: NextJS web chat + Flutter mobile chat integrated into HCP Messenger &amp; CCMS</a:t>
            </a:r>
          </a:p>
          <a:p>
            <a:pPr>
              <a:defRPr sz="1800"/>
            </a:pPr>
            <a:r>
              <a:t>API Layer: API Gateway fronting Lambda / Java microservices for orchestration</a:t>
            </a:r>
          </a:p>
          <a:p>
            <a:pPr>
              <a:defRPr sz="1800"/>
            </a:pPr>
            <a:r>
              <a:t>RAG Pipeline: Preprocessor → Vector Store → Retriever → Reader/Summarizer (LLM)</a:t>
            </a:r>
          </a:p>
          <a:p>
            <a:pPr>
              <a:defRPr sz="1800"/>
            </a:pPr>
            <a:r>
              <a:t>Data Stores: S3 (documents), DynamoDB (session/metadata), Vector DB for embeddings</a:t>
            </a:r>
          </a:p>
          <a:p>
            <a:pPr>
              <a:defRPr sz="1800"/>
            </a:pPr>
            <a:r>
              <a:t>CI/CD: CodePipeline → CodeBuild → push to ECR → CodeDeploy to target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Pipeline (Details)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Ingest: CCMS content export → S3 (source of truth) with metadata mapping</a:t>
            </a:r>
          </a:p>
          <a:p>
            <a:pPr>
              <a:defRPr sz="1800"/>
            </a:pPr>
            <a:r>
              <a:t>Preprocess: chunking, metadata tagging, embedding generation (Bedrock/OpenAI)</a:t>
            </a:r>
          </a:p>
          <a:p>
            <a:pPr>
              <a:defRPr sz="1800"/>
            </a:pPr>
            <a:r>
              <a:t>Vector Store: store embeddings + metadata (e.g., OpenSearch/FAISS/managed DB)</a:t>
            </a:r>
          </a:p>
          <a:p>
            <a:pPr>
              <a:defRPr sz="1800"/>
            </a:pPr>
            <a:r>
              <a:t>Retriever: similarity search (top‑K) → candidate passages with doc IDs</a:t>
            </a:r>
          </a:p>
          <a:p>
            <a:pPr>
              <a:defRPr sz="1800"/>
            </a:pPr>
            <a:r>
              <a:t>Reader/Summarizer: LLM with prompt templates + grounding logic produces answer with citations</a:t>
            </a:r>
          </a:p>
          <a:p>
            <a:pPr>
              <a:defRPr sz="1800"/>
            </a:pPr>
            <a:r>
              <a:t>Safety: filter outputs, redaction, and confidence scoring before return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Gateway &amp; Microservices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API Gateway manages auth, throttling, request validation, monitoring</a:t>
            </a:r>
          </a:p>
          <a:p>
            <a:pPr>
              <a:defRPr sz="1800"/>
            </a:pPr>
            <a:r>
              <a:t>Microservices (Java 17): integration adapters for CCMS, caching, prompt orchestration, audit logging</a:t>
            </a:r>
          </a:p>
          <a:p>
            <a:pPr>
              <a:defRPr sz="1800"/>
            </a:pPr>
            <a:r>
              <a:t>State &amp; sessions: DynamoDB for ephemeral session state and rate limits</a:t>
            </a:r>
          </a:p>
          <a:p>
            <a:pPr>
              <a:defRPr sz="1800"/>
            </a:pPr>
            <a:r>
              <a:t>Secrets &amp; config: AWS Secrets Manager / Parameter Store for keys and endpoints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Only CCMS‑approved content is indexed; strict content ingestion controls</a:t>
            </a:r>
          </a:p>
          <a:p>
            <a:pPr>
              <a:defRPr sz="1800"/>
            </a:pPr>
            <a:r>
              <a:t>Prompt guardrails: denial lists, policy checks, allowed response formats</a:t>
            </a:r>
          </a:p>
          <a:p>
            <a:pPr>
              <a:defRPr sz="1800"/>
            </a:pPr>
            <a:r>
              <a:t>Audit trail: log queries, selected sources, and final responses for compliance reviews</a:t>
            </a:r>
          </a:p>
          <a:p>
            <a:pPr>
              <a:defRPr sz="1800"/>
            </a:pPr>
            <a:r>
              <a:t>Network &amp; IAM: VPC endpoints, least‑privilege IAM roles, private data flows where required</a:t>
            </a:r>
          </a:p>
          <a:p>
            <a:pPr>
              <a:defRPr sz="1800"/>
            </a:pPr>
            <a:r>
              <a:t>PII handling: detect/redact and route any PII incidents to secure review workflow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CI/CD &amp;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Source → CodePipeline orchestrates build/test/deploy for services</a:t>
            </a:r>
          </a:p>
          <a:p>
            <a:pPr>
              <a:defRPr sz="1800"/>
            </a:pPr>
            <a:r>
              <a:t>CodeBuild creates artifacts and Docker images, pushes to ECR</a:t>
            </a:r>
          </a:p>
          <a:p>
            <a:pPr>
              <a:defRPr sz="1800"/>
            </a:pPr>
            <a:r>
              <a:t>CodeDeploy executes blue/green or rolling deployments to ECS/Lambda</a:t>
            </a:r>
          </a:p>
          <a:p>
            <a:pPr>
              <a:defRPr sz="1800"/>
            </a:pPr>
            <a:r>
              <a:t>Automated tests: unit, integration, contract tests against CCMS sandbox</a:t>
            </a:r>
          </a:p>
          <a:p>
            <a:pPr>
              <a:defRPr sz="1800"/>
            </a:pPr>
            <a:r>
              <a:t>Image immutability (tags = commit sha) and automated rollback on health checks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Observability &amp;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Structured logs to CloudWatch / centralized logging (ELK) with request IDs</a:t>
            </a:r>
          </a:p>
          <a:p>
            <a:pPr>
              <a:defRPr sz="1800"/>
            </a:pPr>
            <a:r>
              <a:t>Distributed tracing using OpenTelemetry / X‑Ray across retrieval &amp; LLM calls</a:t>
            </a:r>
          </a:p>
          <a:p>
            <a:pPr>
              <a:defRPr sz="1800"/>
            </a:pPr>
            <a:r>
              <a:t>Metrics &amp; alerts: latency, error rates, token spend, retrieval accuracy</a:t>
            </a:r>
          </a:p>
          <a:p>
            <a:pPr>
              <a:defRPr sz="1800"/>
            </a:pPr>
            <a:r>
              <a:t>Dashboards for SREs and Product; playbooks for incident response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Scalability &amp; Resilience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Autoscale Lambdas and ECS based on load; DynamoDB on‑demand or auto‑scaling</a:t>
            </a:r>
          </a:p>
          <a:p>
            <a:pPr>
              <a:defRPr sz="1800"/>
            </a:pPr>
            <a:r>
              <a:t>Vector DB: shard/replicate to meet low‑latency SLAs; precompute popular embeddings</a:t>
            </a:r>
          </a:p>
          <a:p>
            <a:pPr>
              <a:defRPr sz="1800"/>
            </a:pPr>
            <a:r>
              <a:t>Fallback behavior: cache results when LLM unavailable, show degraded UI messaging</a:t>
            </a:r>
          </a:p>
          <a:p>
            <a:pPr>
              <a:defRPr sz="1800"/>
            </a:pPr>
            <a:r>
              <a:t>Multi‑AZ deployment and optional multi‑region for critical availability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Decisions &amp; Tradeoffs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RAG chosen for grounding answers and providing traceable citations (critical for HCP use)</a:t>
            </a:r>
          </a:p>
          <a:p>
            <a:pPr>
              <a:defRPr sz="1800"/>
            </a:pPr>
            <a:r>
              <a:t>Managed LLMs reduce ops burden but increase token cost; balance with caching &amp; summarization</a:t>
            </a:r>
          </a:p>
          <a:p>
            <a:pPr>
              <a:defRPr sz="1800"/>
            </a:pPr>
            <a:r>
              <a:t>Vector DB decision driven by latency, cost, and compliance needs</a:t>
            </a:r>
          </a:p>
          <a:p>
            <a:pPr>
              <a:defRPr sz="1800"/>
            </a:pPr>
            <a:r>
              <a:t>Multi‑stage retrieval (fast vector search + reranker + reader) balances speed &amp; accuracy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 Role &amp;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Designed end‑to‑end RAG architecture using AWS (Lambda, DynamoDB, API Gateway, S3, Bedrock/OpenAI)</a:t>
            </a:r>
          </a:p>
          <a:p>
            <a:pPr>
              <a:defRPr sz="1800"/>
            </a:pPr>
            <a:r>
              <a:t>Built Java 17 microservices integrating CCMS with GenAI pipelines for retrieval &amp; summarization</a:t>
            </a:r>
          </a:p>
          <a:p>
            <a:pPr>
              <a:defRPr sz="1800"/>
            </a:pPr>
            <a:r>
              <a:t>Developed chat UI strategy with NextJS and Flutter; integrated into HCP Messenger</a:t>
            </a:r>
          </a:p>
          <a:p>
            <a:pPr>
              <a:defRPr sz="1800"/>
            </a:pPr>
            <a:r>
              <a:t>Implemented prompt strategies, guardrails, and compliance rules tied to CCMS</a:t>
            </a:r>
          </a:p>
          <a:p>
            <a:pPr>
              <a:defRPr sz="1800"/>
            </a:pPr>
            <a:r>
              <a:t>Led architecture governance, cross‑team reviews, and best‑practice documentation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&amp; Appendix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Appendix items: sample prompt templates, embedding configs, vector metadata schema</a:t>
            </a:r>
          </a:p>
          <a:p>
            <a:pPr>
              <a:defRPr sz="1800"/>
            </a:pPr>
            <a:r>
              <a:t>Action items: cost optimisation, guardrail review cadence, production runbooks</a:t>
            </a:r>
          </a:p>
          <a:p>
            <a:pPr>
              <a:defRPr sz="1800"/>
            </a:pPr>
            <a:r>
              <a:t>Optional: sequence diagrams and deployment topology slides on request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