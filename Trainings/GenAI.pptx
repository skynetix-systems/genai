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6D45E9-DF95-44DD-81FA-52A16E313A8E}" v="63" dt="2025-11-26T10:11:25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esh Shende" userId="e3593a31e50f0491" providerId="LiveId" clId="{D301EDF7-31DE-4901-B967-525DF5CEB8A7}"/>
    <pc:docChg chg="undo custSel addSld delSld modSld sldOrd modMainMaster">
      <pc:chgData name="Akhilesh Shende" userId="e3593a31e50f0491" providerId="LiveId" clId="{D301EDF7-31DE-4901-B967-525DF5CEB8A7}" dt="2025-11-26T10:13:08.198" v="473" actId="1037"/>
      <pc:docMkLst>
        <pc:docMk/>
      </pc:docMkLst>
      <pc:sldChg chg="addSp delSp modSp add mod">
        <pc:chgData name="Akhilesh Shende" userId="e3593a31e50f0491" providerId="LiveId" clId="{D301EDF7-31DE-4901-B967-525DF5CEB8A7}" dt="2025-11-26T10:05:01.326" v="394" actId="478"/>
        <pc:sldMkLst>
          <pc:docMk/>
          <pc:sldMk cId="2043551740" sldId="258"/>
        </pc:sldMkLst>
        <pc:spChg chg="add mod">
          <ac:chgData name="Akhilesh Shende" userId="e3593a31e50f0491" providerId="LiveId" clId="{D301EDF7-31DE-4901-B967-525DF5CEB8A7}" dt="2025-11-26T10:04:45.414" v="393" actId="12788"/>
          <ac:spMkLst>
            <pc:docMk/>
            <pc:sldMk cId="2043551740" sldId="258"/>
            <ac:spMk id="2" creationId="{A1E8EE3E-0836-BA1A-A28E-61586C943D4C}"/>
          </ac:spMkLst>
        </pc:spChg>
        <pc:spChg chg="add del mod">
          <ac:chgData name="Akhilesh Shende" userId="e3593a31e50f0491" providerId="LiveId" clId="{D301EDF7-31DE-4901-B967-525DF5CEB8A7}" dt="2025-11-26T10:05:01.326" v="394" actId="478"/>
          <ac:spMkLst>
            <pc:docMk/>
            <pc:sldMk cId="2043551740" sldId="258"/>
            <ac:spMk id="3" creationId="{5036FA37-968F-FACD-6A9C-0BDA5B895A61}"/>
          </ac:spMkLst>
        </pc:spChg>
        <pc:spChg chg="add mod">
          <ac:chgData name="Akhilesh Shende" userId="e3593a31e50f0491" providerId="LiveId" clId="{D301EDF7-31DE-4901-B967-525DF5CEB8A7}" dt="2025-11-24T09:45:54.880" v="216" actId="552"/>
          <ac:spMkLst>
            <pc:docMk/>
            <pc:sldMk cId="2043551740" sldId="258"/>
            <ac:spMk id="5" creationId="{910F2625-B1B9-0FC2-8042-BF9005811363}"/>
          </ac:spMkLst>
        </pc:spChg>
        <pc:picChg chg="mod">
          <ac:chgData name="Akhilesh Shende" userId="e3593a31e50f0491" providerId="LiveId" clId="{D301EDF7-31DE-4901-B967-525DF5CEB8A7}" dt="2025-11-24T09:44:00.762" v="213" actId="1076"/>
          <ac:picMkLst>
            <pc:docMk/>
            <pc:sldMk cId="2043551740" sldId="258"/>
            <ac:picMk id="4" creationId="{07008E01-5CC6-2A64-25F3-D9DB6E966EB5}"/>
          </ac:picMkLst>
        </pc:picChg>
      </pc:sldChg>
      <pc:sldChg chg="addSp delSp modSp add mod">
        <pc:chgData name="Akhilesh Shende" userId="e3593a31e50f0491" providerId="LiveId" clId="{D301EDF7-31DE-4901-B967-525DF5CEB8A7}" dt="2025-11-26T10:13:08.198" v="473" actId="1037"/>
        <pc:sldMkLst>
          <pc:docMk/>
          <pc:sldMk cId="3419063470" sldId="259"/>
        </pc:sldMkLst>
        <pc:spChg chg="add mod">
          <ac:chgData name="Akhilesh Shende" userId="e3593a31e50f0491" providerId="LiveId" clId="{D301EDF7-31DE-4901-B967-525DF5CEB8A7}" dt="2025-11-26T10:13:08.198" v="473" actId="1037"/>
          <ac:spMkLst>
            <pc:docMk/>
            <pc:sldMk cId="3419063470" sldId="259"/>
            <ac:spMk id="5" creationId="{160704C7-5376-C63E-BB76-48B37AC8EAD3}"/>
          </ac:spMkLst>
        </pc:spChg>
        <pc:spChg chg="add mod">
          <ac:chgData name="Akhilesh Shende" userId="e3593a31e50f0491" providerId="LiveId" clId="{D301EDF7-31DE-4901-B967-525DF5CEB8A7}" dt="2025-11-24T09:38:34.581" v="170" actId="1076"/>
          <ac:spMkLst>
            <pc:docMk/>
            <pc:sldMk cId="3419063470" sldId="259"/>
            <ac:spMk id="7" creationId="{89ABD155-98A4-908C-7759-C899BE71D766}"/>
          </ac:spMkLst>
        </pc:spChg>
      </pc:sldChg>
      <pc:sldChg chg="addSp modSp add mod">
        <pc:chgData name="Akhilesh Shende" userId="e3593a31e50f0491" providerId="LiveId" clId="{D301EDF7-31DE-4901-B967-525DF5CEB8A7}" dt="2025-11-24T09:59:54.265" v="327" actId="20577"/>
        <pc:sldMkLst>
          <pc:docMk/>
          <pc:sldMk cId="671093609" sldId="260"/>
        </pc:sldMkLst>
        <pc:spChg chg="add mod">
          <ac:chgData name="Akhilesh Shende" userId="e3593a31e50f0491" providerId="LiveId" clId="{D301EDF7-31DE-4901-B967-525DF5CEB8A7}" dt="2025-11-24T09:52:09.507" v="291" actId="1035"/>
          <ac:spMkLst>
            <pc:docMk/>
            <pc:sldMk cId="671093609" sldId="260"/>
            <ac:spMk id="2" creationId="{BCAC07B5-38AD-8110-3719-44BD7A93FA62}"/>
          </ac:spMkLst>
        </pc:spChg>
        <pc:spChg chg="add mod">
          <ac:chgData name="Akhilesh Shende" userId="e3593a31e50f0491" providerId="LiveId" clId="{D301EDF7-31DE-4901-B967-525DF5CEB8A7}" dt="2025-11-24T09:59:54.265" v="327" actId="20577"/>
          <ac:spMkLst>
            <pc:docMk/>
            <pc:sldMk cId="671093609" sldId="260"/>
            <ac:spMk id="3" creationId="{D31E1FE2-60E0-56A7-5587-EB1E14FE1A8D}"/>
          </ac:spMkLst>
        </pc:spChg>
      </pc:sldChg>
      <pc:sldChg chg="addSp delSp modSp add del mod ord">
        <pc:chgData name="Akhilesh Shende" userId="e3593a31e50f0491" providerId="LiveId" clId="{D301EDF7-31DE-4901-B967-525DF5CEB8A7}" dt="2025-11-25T22:12:40.860" v="386" actId="47"/>
        <pc:sldMkLst>
          <pc:docMk/>
          <pc:sldMk cId="4152366958" sldId="261"/>
        </pc:sldMkLst>
        <pc:picChg chg="del mod">
          <ac:chgData name="Akhilesh Shende" userId="e3593a31e50f0491" providerId="LiveId" clId="{D301EDF7-31DE-4901-B967-525DF5CEB8A7}" dt="2025-11-25T22:12:33.439" v="385" actId="478"/>
          <ac:picMkLst>
            <pc:docMk/>
            <pc:sldMk cId="4152366958" sldId="261"/>
            <ac:picMk id="4" creationId="{19E5129C-1AD9-4EE1-BF3A-DD748216BB96}"/>
          </ac:picMkLst>
        </pc:picChg>
      </pc:sldChg>
      <pc:sldChg chg="delSp add mod">
        <pc:chgData name="Akhilesh Shende" userId="e3593a31e50f0491" providerId="LiveId" clId="{D301EDF7-31DE-4901-B967-525DF5CEB8A7}" dt="2025-11-24T10:40:26.609" v="370" actId="478"/>
        <pc:sldMkLst>
          <pc:docMk/>
          <pc:sldMk cId="261295098" sldId="262"/>
        </pc:sldMkLst>
      </pc:sldChg>
      <pc:sldChg chg="add">
        <pc:chgData name="Akhilesh Shende" userId="e3593a31e50f0491" providerId="LiveId" clId="{D301EDF7-31DE-4901-B967-525DF5CEB8A7}" dt="2025-11-24T10:40:35.789" v="372"/>
        <pc:sldMkLst>
          <pc:docMk/>
          <pc:sldMk cId="3104371879" sldId="263"/>
        </pc:sldMkLst>
      </pc:sldChg>
      <pc:sldChg chg="add">
        <pc:chgData name="Akhilesh Shende" userId="e3593a31e50f0491" providerId="LiveId" clId="{D301EDF7-31DE-4901-B967-525DF5CEB8A7}" dt="2025-11-24T10:40:35.964" v="373"/>
        <pc:sldMkLst>
          <pc:docMk/>
          <pc:sldMk cId="4159316419" sldId="264"/>
        </pc:sldMkLst>
      </pc:sldChg>
      <pc:sldChg chg="add">
        <pc:chgData name="Akhilesh Shende" userId="e3593a31e50f0491" providerId="LiveId" clId="{D301EDF7-31DE-4901-B967-525DF5CEB8A7}" dt="2025-11-24T10:40:36.147" v="374"/>
        <pc:sldMkLst>
          <pc:docMk/>
          <pc:sldMk cId="4294150769" sldId="265"/>
        </pc:sldMkLst>
      </pc:sldChg>
      <pc:sldChg chg="add">
        <pc:chgData name="Akhilesh Shende" userId="e3593a31e50f0491" providerId="LiveId" clId="{D301EDF7-31DE-4901-B967-525DF5CEB8A7}" dt="2025-11-24T10:40:36.331" v="375"/>
        <pc:sldMkLst>
          <pc:docMk/>
          <pc:sldMk cId="2845170340" sldId="266"/>
        </pc:sldMkLst>
      </pc:sldChg>
      <pc:sldChg chg="add">
        <pc:chgData name="Akhilesh Shende" userId="e3593a31e50f0491" providerId="LiveId" clId="{D301EDF7-31DE-4901-B967-525DF5CEB8A7}" dt="2025-11-24T10:40:36.506" v="376"/>
        <pc:sldMkLst>
          <pc:docMk/>
          <pc:sldMk cId="3754003126" sldId="267"/>
        </pc:sldMkLst>
      </pc:sldChg>
      <pc:sldChg chg="add">
        <pc:chgData name="Akhilesh Shende" userId="e3593a31e50f0491" providerId="LiveId" clId="{D301EDF7-31DE-4901-B967-525DF5CEB8A7}" dt="2025-11-24T10:40:36.675" v="377"/>
        <pc:sldMkLst>
          <pc:docMk/>
          <pc:sldMk cId="4180485500" sldId="268"/>
        </pc:sldMkLst>
      </pc:sldChg>
      <pc:sldChg chg="add">
        <pc:chgData name="Akhilesh Shende" userId="e3593a31e50f0491" providerId="LiveId" clId="{D301EDF7-31DE-4901-B967-525DF5CEB8A7}" dt="2025-11-24T10:40:36.820" v="378"/>
        <pc:sldMkLst>
          <pc:docMk/>
          <pc:sldMk cId="173001265" sldId="269"/>
        </pc:sldMkLst>
      </pc:sldChg>
      <pc:sldChg chg="add">
        <pc:chgData name="Akhilesh Shende" userId="e3593a31e50f0491" providerId="LiveId" clId="{D301EDF7-31DE-4901-B967-525DF5CEB8A7}" dt="2025-11-24T10:40:37.004" v="379"/>
        <pc:sldMkLst>
          <pc:docMk/>
          <pc:sldMk cId="990289186" sldId="270"/>
        </pc:sldMkLst>
      </pc:sldChg>
      <pc:sldChg chg="add">
        <pc:chgData name="Akhilesh Shende" userId="e3593a31e50f0491" providerId="LiveId" clId="{D301EDF7-31DE-4901-B967-525DF5CEB8A7}" dt="2025-11-24T10:40:37.178" v="380"/>
        <pc:sldMkLst>
          <pc:docMk/>
          <pc:sldMk cId="3835381556" sldId="271"/>
        </pc:sldMkLst>
      </pc:sldChg>
      <pc:sldChg chg="add">
        <pc:chgData name="Akhilesh Shende" userId="e3593a31e50f0491" providerId="LiveId" clId="{D301EDF7-31DE-4901-B967-525DF5CEB8A7}" dt="2025-11-24T10:40:37.335" v="381"/>
        <pc:sldMkLst>
          <pc:docMk/>
          <pc:sldMk cId="1432248766" sldId="272"/>
        </pc:sldMkLst>
      </pc:sldChg>
      <pc:sldChg chg="add">
        <pc:chgData name="Akhilesh Shende" userId="e3593a31e50f0491" providerId="LiveId" clId="{D301EDF7-31DE-4901-B967-525DF5CEB8A7}" dt="2025-11-24T10:40:37.504" v="382"/>
        <pc:sldMkLst>
          <pc:docMk/>
          <pc:sldMk cId="4070649757" sldId="273"/>
        </pc:sldMkLst>
      </pc:sldChg>
      <pc:sldChg chg="add">
        <pc:chgData name="Akhilesh Shende" userId="e3593a31e50f0491" providerId="LiveId" clId="{D301EDF7-31DE-4901-B967-525DF5CEB8A7}" dt="2025-11-24T10:40:37.654" v="383"/>
        <pc:sldMkLst>
          <pc:docMk/>
          <pc:sldMk cId="2354495098" sldId="274"/>
        </pc:sldMkLst>
      </pc:sldChg>
      <pc:sldChg chg="add">
        <pc:chgData name="Akhilesh Shende" userId="e3593a31e50f0491" providerId="LiveId" clId="{D301EDF7-31DE-4901-B967-525DF5CEB8A7}" dt="2025-11-24T10:40:37.845" v="384"/>
        <pc:sldMkLst>
          <pc:docMk/>
          <pc:sldMk cId="2859764875" sldId="275"/>
        </pc:sldMkLst>
      </pc:sldChg>
      <pc:sldMasterChg chg="modSp mod modSldLayout">
        <pc:chgData name="Akhilesh Shende" userId="e3593a31e50f0491" providerId="LiveId" clId="{D301EDF7-31DE-4901-B967-525DF5CEB8A7}" dt="2025-11-01T05:51:57.655" v="14" actId="20577"/>
        <pc:sldMasterMkLst>
          <pc:docMk/>
          <pc:sldMasterMk cId="2209977519" sldId="2147483648"/>
        </pc:sldMasterMkLst>
        <pc:spChg chg="mod">
          <ac:chgData name="Akhilesh Shende" userId="e3593a31e50f0491" providerId="LiveId" clId="{D301EDF7-31DE-4901-B967-525DF5CEB8A7}" dt="2025-11-01T05:51:57.655" v="14" actId="20577"/>
          <ac:spMkLst>
            <pc:docMk/>
            <pc:sldMasterMk cId="2209977519" sldId="2147483648"/>
            <ac:spMk id="6" creationId="{00000000-0000-0000-0000-000000000000}"/>
          </ac:spMkLst>
        </pc:spChg>
        <pc:sldLayoutChg chg="addSp modSp mod">
          <pc:chgData name="Akhilesh Shende" userId="e3593a31e50f0491" providerId="LiveId" clId="{D301EDF7-31DE-4901-B967-525DF5CEB8A7}" dt="2025-11-01T05:48:06.775" v="9" actId="1076"/>
          <pc:sldLayoutMkLst>
            <pc:docMk/>
            <pc:sldMasterMk cId="2209977519" sldId="2147483648"/>
            <pc:sldLayoutMk cId="2614314258" sldId="2147483650"/>
          </pc:sldLayoutMkLst>
          <pc:picChg chg="add mod">
            <ac:chgData name="Akhilesh Shende" userId="e3593a31e50f0491" providerId="LiveId" clId="{D301EDF7-31DE-4901-B967-525DF5CEB8A7}" dt="2025-11-01T05:48:06.775" v="9" actId="1076"/>
            <ac:picMkLst>
              <pc:docMk/>
              <pc:sldMasterMk cId="2209977519" sldId="2147483648"/>
              <pc:sldLayoutMk cId="2614314258" sldId="2147483650"/>
              <ac:picMk id="8" creationId="{67821445-145D-8E4F-024B-9C00CB457FC1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821445-145D-8E4F-024B-9C00CB457F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15050" y="5982277"/>
            <a:ext cx="25717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6062-F6CC-96B6-4919-314034E5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07008E01-5CC6-2A64-25F3-D9DB6E966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F33874-1909-1D80-5981-A51D750EF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E8EE3E-0836-BA1A-A28E-61586C943D4C}"/>
              </a:ext>
            </a:extLst>
          </p:cNvPr>
          <p:cNvSpPr txBox="1"/>
          <p:nvPr/>
        </p:nvSpPr>
        <p:spPr>
          <a:xfrm>
            <a:off x="1370226" y="894736"/>
            <a:ext cx="64035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 Full-Stack AI Engineer Essentials</a:t>
            </a:r>
            <a:endParaRPr lang="en-US" sz="3600" dirty="0"/>
          </a:p>
          <a:p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F2625-B1B9-0FC2-8042-BF9005811363}"/>
              </a:ext>
            </a:extLst>
          </p:cNvPr>
          <p:cNvSpPr txBox="1"/>
          <p:nvPr/>
        </p:nvSpPr>
        <p:spPr>
          <a:xfrm>
            <a:off x="234340" y="2267238"/>
            <a:ext cx="46506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lang="en-US" sz="2000" b="1" dirty="0"/>
              <a:t>With Hands-On Coding Examples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lang="en-US" sz="2000" dirty="0"/>
              <a:t>Presented by: Akhilesh Shende</a:t>
            </a:r>
          </a:p>
        </p:txBody>
      </p:sp>
    </p:spTree>
    <p:extLst>
      <p:ext uri="{BB962C8B-B14F-4D97-AF65-F5344CB8AC3E}">
        <p14:creationId xmlns:p14="http://schemas.microsoft.com/office/powerpoint/2010/main" val="2043551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FEC1-B604-2732-9C29-15781849D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32F6DBCD-B501-CE69-5FD2-41361DF48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01E22-C070-2DF7-1BBE-AE9EECE58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0704C7-5376-C63E-BB76-48B37AC8EAD3}"/>
              </a:ext>
            </a:extLst>
          </p:cNvPr>
          <p:cNvSpPr txBox="1"/>
          <p:nvPr/>
        </p:nvSpPr>
        <p:spPr>
          <a:xfrm>
            <a:off x="1297796" y="894736"/>
            <a:ext cx="3834704" cy="6863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600" b="1" dirty="0"/>
            </a:br>
            <a:r>
              <a:rPr lang="en-US" b="1" dirty="0"/>
              <a:t>1️⃣ Foundations – Python</a:t>
            </a:r>
          </a:p>
          <a:p>
            <a:endParaRPr lang="en-US" dirty="0"/>
          </a:p>
          <a:p>
            <a:r>
              <a:rPr lang="en-US" b="1" dirty="0"/>
              <a:t>2️⃣ AI Fundamentals</a:t>
            </a:r>
          </a:p>
          <a:p>
            <a:endParaRPr lang="en-US" b="1" dirty="0"/>
          </a:p>
          <a:p>
            <a:r>
              <a:rPr lang="en-US" b="1" dirty="0"/>
              <a:t>3️⃣ Prompt Engineering</a:t>
            </a:r>
          </a:p>
          <a:p>
            <a:endParaRPr lang="en-US" dirty="0"/>
          </a:p>
          <a:p>
            <a:r>
              <a:rPr lang="en-US" b="1" dirty="0"/>
              <a:t>4️⃣ Working with APIs &amp; Local Models</a:t>
            </a:r>
          </a:p>
          <a:p>
            <a:endParaRPr lang="en-US" dirty="0"/>
          </a:p>
          <a:p>
            <a:r>
              <a:rPr lang="en-US" b="1" dirty="0"/>
              <a:t>5️⃣ Agents</a:t>
            </a:r>
          </a:p>
          <a:p>
            <a:endParaRPr lang="en-US" dirty="0"/>
          </a:p>
          <a:p>
            <a:r>
              <a:rPr lang="en-US" b="1" dirty="0"/>
              <a:t>6️⃣ RAG Systems</a:t>
            </a:r>
          </a:p>
          <a:p>
            <a:endParaRPr lang="en-US" dirty="0"/>
          </a:p>
          <a:p>
            <a:r>
              <a:rPr lang="en-US" b="1" dirty="0"/>
              <a:t>7️⃣ LangGraph &amp; Memory</a:t>
            </a:r>
          </a:p>
          <a:p>
            <a:endParaRPr lang="en-US" dirty="0"/>
          </a:p>
          <a:p>
            <a:r>
              <a:rPr lang="en-US" b="1" dirty="0"/>
              <a:t>8️⃣ Conversational &amp; Multi-Modal AI</a:t>
            </a:r>
          </a:p>
          <a:p>
            <a:endParaRPr lang="en-US" dirty="0"/>
          </a:p>
          <a:p>
            <a:r>
              <a:rPr lang="en-US" b="1" dirty="0"/>
              <a:t>9️⃣ Model Context Protocol (MCP)</a:t>
            </a:r>
          </a:p>
          <a:p>
            <a:endParaRPr lang="en-US" dirty="0"/>
          </a:p>
          <a:p>
            <a:r>
              <a:rPr lang="en-US" b="1" dirty="0"/>
              <a:t>🔟 Capstone Projects</a:t>
            </a:r>
            <a:endParaRPr lang="en-US" dirty="0"/>
          </a:p>
          <a:p>
            <a:endParaRPr lang="en-US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ABD155-98A4-908C-7759-C899BE71D766}"/>
              </a:ext>
            </a:extLst>
          </p:cNvPr>
          <p:cNvSpPr txBox="1"/>
          <p:nvPr/>
        </p:nvSpPr>
        <p:spPr>
          <a:xfrm>
            <a:off x="2762864" y="137652"/>
            <a:ext cx="29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Course Contents</a:t>
            </a:r>
          </a:p>
        </p:txBody>
      </p:sp>
    </p:spTree>
    <p:extLst>
      <p:ext uri="{BB962C8B-B14F-4D97-AF65-F5344CB8AC3E}">
        <p14:creationId xmlns:p14="http://schemas.microsoft.com/office/powerpoint/2010/main" val="341906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66B7C-D559-489D-42C6-E95CE4F1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779C6A37-79E9-97B1-9550-EAA2092B8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8A5EF0-344F-E2A7-522B-4F56F87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AC07B5-38AD-8110-3719-44BD7A93FA62}"/>
              </a:ext>
            </a:extLst>
          </p:cNvPr>
          <p:cNvSpPr txBox="1"/>
          <p:nvPr/>
        </p:nvSpPr>
        <p:spPr>
          <a:xfrm>
            <a:off x="3547713" y="471949"/>
            <a:ext cx="2048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 Streamlit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E1FE2-60E0-56A7-5587-EB1E14FE1A8D}"/>
              </a:ext>
            </a:extLst>
          </p:cNvPr>
          <p:cNvSpPr txBox="1"/>
          <p:nvPr/>
        </p:nvSpPr>
        <p:spPr>
          <a:xfrm>
            <a:off x="1368752" y="1139246"/>
            <a:ext cx="6406497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🌈 What Streamlit Actually Is</a:t>
            </a:r>
          </a:p>
          <a:p>
            <a:r>
              <a:rPr lang="en-US" sz="1600" dirty="0"/>
              <a:t>Streamlit is a </a:t>
            </a:r>
            <a:r>
              <a:rPr lang="en-US" sz="1600" b="1" dirty="0"/>
              <a:t>Python framework</a:t>
            </a:r>
            <a:r>
              <a:rPr lang="en-US" sz="1600" dirty="0"/>
              <a:t> that lets you build </a:t>
            </a:r>
            <a:r>
              <a:rPr lang="en-US" sz="1600" b="1" dirty="0"/>
              <a:t>web apps</a:t>
            </a:r>
            <a:r>
              <a:rPr lang="en-US" sz="1600" dirty="0"/>
              <a:t> super fast —</a:t>
            </a:r>
            <a:br>
              <a:rPr lang="en-US" sz="1600" dirty="0"/>
            </a:br>
            <a:r>
              <a:rPr lang="en-US" sz="1600" dirty="0"/>
              <a:t>especially for </a:t>
            </a:r>
            <a:r>
              <a:rPr lang="en-US" sz="1600" b="1" dirty="0"/>
              <a:t>data science, machine learning, and GenAI</a:t>
            </a:r>
            <a:r>
              <a:rPr lang="en-US" sz="1600" dirty="0"/>
              <a:t> projects.</a:t>
            </a:r>
          </a:p>
          <a:p>
            <a:r>
              <a:rPr lang="en-US" sz="1600" dirty="0"/>
              <a:t>No HTML.</a:t>
            </a:r>
            <a:br>
              <a:rPr lang="en-US" sz="1600" dirty="0"/>
            </a:br>
            <a:r>
              <a:rPr lang="en-US" sz="1600" dirty="0"/>
              <a:t>No CSS.</a:t>
            </a:r>
            <a:br>
              <a:rPr lang="en-US" sz="1600" dirty="0"/>
            </a:br>
            <a:r>
              <a:rPr lang="en-US" sz="1600" dirty="0"/>
              <a:t>No JS.</a:t>
            </a:r>
            <a:br>
              <a:rPr lang="en-US" sz="1600" dirty="0"/>
            </a:br>
            <a:r>
              <a:rPr lang="en-US" sz="1600" dirty="0"/>
              <a:t>Just pure Python vibes. 🐍✨</a:t>
            </a:r>
          </a:p>
          <a:p>
            <a:r>
              <a:rPr lang="en-US" sz="1600" b="1" dirty="0"/>
              <a:t>⚡ Why People Love It</a:t>
            </a:r>
          </a:p>
          <a:p>
            <a:r>
              <a:rPr lang="en-US" sz="1600" dirty="0"/>
              <a:t>Write a few Python lines → BOOM → interactive app</a:t>
            </a:r>
          </a:p>
          <a:p>
            <a:r>
              <a:rPr lang="en-US" sz="1600" dirty="0"/>
              <a:t>Perfect for model demos, dashboards, and prototypes</a:t>
            </a:r>
          </a:p>
          <a:p>
            <a:r>
              <a:rPr lang="en-US" sz="1600" dirty="0"/>
              <a:t>Automatically handles UI elements (buttons, sliders, inputs)</a:t>
            </a:r>
          </a:p>
          <a:p>
            <a:r>
              <a:rPr lang="en-US" sz="1600" dirty="0"/>
              <a:t>Hot reload 🧡 (change code → app updates instantly)</a:t>
            </a:r>
          </a:p>
          <a:p>
            <a:r>
              <a:rPr lang="en-US" sz="1600" dirty="0"/>
              <a:t>Deploy easily (Streamlit Cloud, HuggingFace Spaces, AWS, etc.)</a:t>
            </a:r>
          </a:p>
          <a:p>
            <a:r>
              <a:rPr lang="en-US" sz="1600" b="1" dirty="0"/>
              <a:t>🧠 What You Can Build</a:t>
            </a:r>
          </a:p>
          <a:p>
            <a:r>
              <a:rPr lang="en-US" sz="1600" dirty="0"/>
              <a:t>Chatbots</a:t>
            </a:r>
          </a:p>
          <a:p>
            <a:r>
              <a:rPr lang="en-US" sz="1600" dirty="0"/>
              <a:t>RAG apps</a:t>
            </a:r>
          </a:p>
          <a:p>
            <a:r>
              <a:rPr lang="en-US" sz="1600" dirty="0"/>
              <a:t>Data dashboards</a:t>
            </a:r>
          </a:p>
          <a:p>
            <a:r>
              <a:rPr lang="en-US" sz="1600" dirty="0"/>
              <a:t>ML model playgrounds</a:t>
            </a:r>
          </a:p>
          <a:p>
            <a:r>
              <a:rPr lang="en-US" sz="1600" dirty="0"/>
              <a:t>File analyzers</a:t>
            </a:r>
          </a:p>
          <a:p>
            <a:r>
              <a:rPr lang="en-US" sz="1600" dirty="0"/>
              <a:t>Image/audio processing tools</a:t>
            </a:r>
          </a:p>
          <a:p>
            <a:r>
              <a:rPr lang="en-US" sz="1600" dirty="0"/>
              <a:t>AI assistants</a:t>
            </a:r>
          </a:p>
          <a:p>
            <a:endParaRPr lang="en-US" sz="1600" dirty="0"/>
          </a:p>
          <a:p>
            <a:r>
              <a:rPr lang="en-US" sz="1600" b="1" dirty="0"/>
              <a:t>pip install –r requirements.txt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71093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CBC3-6609-7DC1-143C-08BCF37A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F9225213-F24A-6306-F7DC-4B6B74929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7413AB-F1DB-13F0-7C69-DEC463167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5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4BAA-1C5A-CAA9-C9FC-DD7D6D1B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D9A4198F-9067-591F-AAA0-7048EDC76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CF901E-F4C3-1D57-7D18-A750A8FE6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371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21C2-430E-F3F7-4C93-EF0617BA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B8BB053A-C5CD-2147-8B1E-CC18BDCC7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5C91A6-7004-3FA7-6C32-8FDE6E71F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16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174EB-C701-2807-CA17-EDB532FE2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81DD0DCF-A7EB-4D00-1766-BAD18A708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877BF3-B2AB-BC1D-0D44-905DEEA2F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150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5016-6409-6E13-EECB-523A030EA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09930E3B-ED7D-BEE7-DF64-ADB2C58C6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B6DEDB-3FA0-DF6E-F29F-03B189BD8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70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A1463-D25E-2B2C-32F3-85AF3813E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A09FFA03-99C0-3FD2-1ABA-432C1D502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811A4C-2EE2-0747-CF5A-4DA4B4ED7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003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E8C7D-BDAE-CD49-CB7D-1E562F27B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3B17E59E-BAA8-BC9B-F2F6-9AFC7B8A2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5538E1-317E-5B89-AB34-336EEA73C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85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85F8-E1F4-3D28-3C07-21C7B52F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89C582B2-36ED-02A6-007B-09B0FA6B9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9CA81E-7F80-DEC1-C542-65824D1BA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1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382B2-C233-1E21-685A-D0D8C72C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ED924494-39A2-7405-FF04-201A502D4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144B83-32C6-FBD9-4681-940031E52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89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9EBE-1298-6B23-9394-B1ED44F2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21153AFC-6E90-0B0E-1D6B-1E8EBD492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B64005-72D9-D75A-563E-A717AA14A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81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E9E47-B3C4-BF49-7671-B8AB8554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906DD161-8BFE-1BF2-B7C1-FF389DF96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E75F6B-8F0C-3DAA-117C-B9866F500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48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5EA43-EFF0-B5EA-4E72-C5D47FBA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2BDD7231-E7F4-4EAF-C589-CE7502429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00B4BB-3284-F6A7-0541-29A8AA82C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49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CB50F-FD83-C797-B57B-4E9C921C5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2DF5ED70-22CD-38B8-ADBD-B6A7D75FA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D23D99-42A3-03E7-9CE3-F4B8F8B63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95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91621-F844-3F0A-CADA-DFE3FA302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401F0F6B-EA88-98F9-B368-DBE656B82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CD672E-9ADB-AFF9-598E-A6F17B142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64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198</Words>
  <Application>Microsoft Office PowerPoint</Application>
  <PresentationFormat>On-screen Show (4:3)</PresentationFormat>
  <Paragraphs>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Akhilesh Shende</cp:lastModifiedBy>
  <cp:revision>13</cp:revision>
  <dcterms:created xsi:type="dcterms:W3CDTF">2013-01-27T09:14:16Z</dcterms:created>
  <dcterms:modified xsi:type="dcterms:W3CDTF">2025-11-26T10:13:13Z</dcterms:modified>
  <cp:category/>
</cp:coreProperties>
</file>