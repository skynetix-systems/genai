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2" r:id="rId4"/>
    <p:sldId id="268" r:id="rId5"/>
    <p:sldId id="269" r:id="rId6"/>
    <p:sldId id="267" r:id="rId7"/>
    <p:sldId id="270" r:id="rId8"/>
    <p:sldId id="271" r:id="rId9"/>
    <p:sldId id="272" r:id="rId10"/>
    <p:sldId id="273" r:id="rId11"/>
    <p:sldId id="274" r:id="rId12"/>
    <p:sldId id="275" r:id="rId13"/>
    <p:sldId id="296" r:id="rId14"/>
    <p:sldId id="301" r:id="rId15"/>
    <p:sldId id="302" r:id="rId16"/>
    <p:sldId id="303" r:id="rId17"/>
    <p:sldId id="304" r:id="rId18"/>
    <p:sldId id="305" r:id="rId19"/>
    <p:sldId id="263" r:id="rId20"/>
    <p:sldId id="264" r:id="rId21"/>
    <p:sldId id="265" r:id="rId22"/>
    <p:sldId id="266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34CC8E-A8AE-4501-A432-BA391D348FF8}" v="143" dt="2025-12-08T18:38:34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ilesh Shende" userId="e3593a31e50f0491" providerId="LiveId" clId="{D301EDF7-31DE-4901-B967-525DF5CEB8A7}"/>
    <pc:docChg chg="undo custSel addSld delSld modSld sldOrd modMainMaster addSection delSection">
      <pc:chgData name="Akhilesh Shende" userId="e3593a31e50f0491" providerId="LiveId" clId="{D301EDF7-31DE-4901-B967-525DF5CEB8A7}" dt="2025-12-08T18:39:04.024" v="2317" actId="20577"/>
      <pc:docMkLst>
        <pc:docMk/>
      </pc:docMkLst>
      <pc:sldChg chg="addSp delSp modSp add mod">
        <pc:chgData name="Akhilesh Shende" userId="e3593a31e50f0491" providerId="LiveId" clId="{D301EDF7-31DE-4901-B967-525DF5CEB8A7}" dt="2025-11-26T10:05:01.326" v="394" actId="478"/>
        <pc:sldMkLst>
          <pc:docMk/>
          <pc:sldMk cId="2043551740" sldId="258"/>
        </pc:sldMkLst>
        <pc:spChg chg="add mod">
          <ac:chgData name="Akhilesh Shende" userId="e3593a31e50f0491" providerId="LiveId" clId="{D301EDF7-31DE-4901-B967-525DF5CEB8A7}" dt="2025-11-26T10:04:45.414" v="393" actId="12788"/>
          <ac:spMkLst>
            <pc:docMk/>
            <pc:sldMk cId="2043551740" sldId="258"/>
            <ac:spMk id="2" creationId="{A1E8EE3E-0836-BA1A-A28E-61586C943D4C}"/>
          </ac:spMkLst>
        </pc:spChg>
        <pc:spChg chg="add mod">
          <ac:chgData name="Akhilesh Shende" userId="e3593a31e50f0491" providerId="LiveId" clId="{D301EDF7-31DE-4901-B967-525DF5CEB8A7}" dt="2025-11-24T09:45:54.880" v="216" actId="552"/>
          <ac:spMkLst>
            <pc:docMk/>
            <pc:sldMk cId="2043551740" sldId="258"/>
            <ac:spMk id="5" creationId="{910F2625-B1B9-0FC2-8042-BF9005811363}"/>
          </ac:spMkLst>
        </pc:spChg>
        <pc:picChg chg="mod">
          <ac:chgData name="Akhilesh Shende" userId="e3593a31e50f0491" providerId="LiveId" clId="{D301EDF7-31DE-4901-B967-525DF5CEB8A7}" dt="2025-11-24T09:44:00.762" v="213" actId="1076"/>
          <ac:picMkLst>
            <pc:docMk/>
            <pc:sldMk cId="2043551740" sldId="258"/>
            <ac:picMk id="4" creationId="{07008E01-5CC6-2A64-25F3-D9DB6E966EB5}"/>
          </ac:picMkLst>
        </pc:picChg>
      </pc:sldChg>
      <pc:sldChg chg="addSp delSp modSp add mod">
        <pc:chgData name="Akhilesh Shende" userId="e3593a31e50f0491" providerId="LiveId" clId="{D301EDF7-31DE-4901-B967-525DF5CEB8A7}" dt="2025-11-26T10:13:08.198" v="473" actId="1037"/>
        <pc:sldMkLst>
          <pc:docMk/>
          <pc:sldMk cId="3419063470" sldId="259"/>
        </pc:sldMkLst>
        <pc:spChg chg="add mod">
          <ac:chgData name="Akhilesh Shende" userId="e3593a31e50f0491" providerId="LiveId" clId="{D301EDF7-31DE-4901-B967-525DF5CEB8A7}" dt="2025-11-26T10:13:08.198" v="473" actId="1037"/>
          <ac:spMkLst>
            <pc:docMk/>
            <pc:sldMk cId="3419063470" sldId="259"/>
            <ac:spMk id="5" creationId="{160704C7-5376-C63E-BB76-48B37AC8EAD3}"/>
          </ac:spMkLst>
        </pc:spChg>
        <pc:spChg chg="add mod">
          <ac:chgData name="Akhilesh Shende" userId="e3593a31e50f0491" providerId="LiveId" clId="{D301EDF7-31DE-4901-B967-525DF5CEB8A7}" dt="2025-11-24T09:38:34.581" v="170" actId="1076"/>
          <ac:spMkLst>
            <pc:docMk/>
            <pc:sldMk cId="3419063470" sldId="259"/>
            <ac:spMk id="7" creationId="{89ABD155-98A4-908C-7759-C899BE71D766}"/>
          </ac:spMkLst>
        </pc:spChg>
      </pc:sldChg>
      <pc:sldChg chg="addSp delSp modSp add mod">
        <pc:chgData name="Akhilesh Shende" userId="e3593a31e50f0491" providerId="LiveId" clId="{D301EDF7-31DE-4901-B967-525DF5CEB8A7}" dt="2025-11-29T15:07:54.196" v="506" actId="22"/>
        <pc:sldMkLst>
          <pc:docMk/>
          <pc:sldMk cId="261295098" sldId="262"/>
        </pc:sldMkLst>
        <pc:spChg chg="add mod">
          <ac:chgData name="Akhilesh Shende" userId="e3593a31e50f0491" providerId="LiveId" clId="{D301EDF7-31DE-4901-B967-525DF5CEB8A7}" dt="2025-11-29T14:43:10.072" v="505" actId="20577"/>
          <ac:spMkLst>
            <pc:docMk/>
            <pc:sldMk cId="261295098" sldId="262"/>
            <ac:spMk id="2" creationId="{D797274C-C2C1-B6F4-4396-AD5050918CDC}"/>
          </ac:spMkLst>
        </pc:spChg>
        <pc:picChg chg="add">
          <ac:chgData name="Akhilesh Shende" userId="e3593a31e50f0491" providerId="LiveId" clId="{D301EDF7-31DE-4901-B967-525DF5CEB8A7}" dt="2025-11-29T15:07:54.196" v="506" actId="22"/>
          <ac:picMkLst>
            <pc:docMk/>
            <pc:sldMk cId="261295098" sldId="262"/>
            <ac:picMk id="5" creationId="{34FA2D6B-729A-F4DF-45EC-98416CA2FED1}"/>
          </ac:picMkLst>
        </pc:picChg>
      </pc:sldChg>
      <pc:sldChg chg="add">
        <pc:chgData name="Akhilesh Shende" userId="e3593a31e50f0491" providerId="LiveId" clId="{D301EDF7-31DE-4901-B967-525DF5CEB8A7}" dt="2025-12-08T13:02:12.944" v="1339"/>
        <pc:sldMkLst>
          <pc:docMk/>
          <pc:sldMk cId="1194120463" sldId="263"/>
        </pc:sldMkLst>
      </pc:sldChg>
      <pc:sldChg chg="addSp modSp add del mod">
        <pc:chgData name="Akhilesh Shende" userId="e3593a31e50f0491" providerId="LiveId" clId="{D301EDF7-31DE-4901-B967-525DF5CEB8A7}" dt="2025-12-08T13:02:04.408" v="1338" actId="2696"/>
        <pc:sldMkLst>
          <pc:docMk/>
          <pc:sldMk cId="3104371879" sldId="263"/>
        </pc:sldMkLst>
      </pc:sldChg>
      <pc:sldChg chg="add">
        <pc:chgData name="Akhilesh Shende" userId="e3593a31e50f0491" providerId="LiveId" clId="{D301EDF7-31DE-4901-B967-525DF5CEB8A7}" dt="2025-12-08T13:02:12.944" v="1339"/>
        <pc:sldMkLst>
          <pc:docMk/>
          <pc:sldMk cId="2941902518" sldId="264"/>
        </pc:sldMkLst>
      </pc:sldChg>
      <pc:sldChg chg="addSp delSp modSp add del mod">
        <pc:chgData name="Akhilesh Shende" userId="e3593a31e50f0491" providerId="LiveId" clId="{D301EDF7-31DE-4901-B967-525DF5CEB8A7}" dt="2025-12-08T13:02:04.408" v="1338" actId="2696"/>
        <pc:sldMkLst>
          <pc:docMk/>
          <pc:sldMk cId="4159316419" sldId="264"/>
        </pc:sldMkLst>
      </pc:sldChg>
      <pc:sldChg chg="add">
        <pc:chgData name="Akhilesh Shende" userId="e3593a31e50f0491" providerId="LiveId" clId="{D301EDF7-31DE-4901-B967-525DF5CEB8A7}" dt="2025-12-08T13:02:12.944" v="1339"/>
        <pc:sldMkLst>
          <pc:docMk/>
          <pc:sldMk cId="3758762786" sldId="265"/>
        </pc:sldMkLst>
      </pc:sldChg>
      <pc:sldChg chg="addSp delSp modSp add del mod">
        <pc:chgData name="Akhilesh Shende" userId="e3593a31e50f0491" providerId="LiveId" clId="{D301EDF7-31DE-4901-B967-525DF5CEB8A7}" dt="2025-12-08T13:02:04.408" v="1338" actId="2696"/>
        <pc:sldMkLst>
          <pc:docMk/>
          <pc:sldMk cId="4294150769" sldId="265"/>
        </pc:sldMkLst>
      </pc:sldChg>
      <pc:sldChg chg="addSp delSp modSp add del mod">
        <pc:chgData name="Akhilesh Shende" userId="e3593a31e50f0491" providerId="LiveId" clId="{D301EDF7-31DE-4901-B967-525DF5CEB8A7}" dt="2025-12-08T13:02:04.408" v="1338" actId="2696"/>
        <pc:sldMkLst>
          <pc:docMk/>
          <pc:sldMk cId="2845170340" sldId="266"/>
        </pc:sldMkLst>
      </pc:sldChg>
      <pc:sldChg chg="add">
        <pc:chgData name="Akhilesh Shende" userId="e3593a31e50f0491" providerId="LiveId" clId="{D301EDF7-31DE-4901-B967-525DF5CEB8A7}" dt="2025-12-08T13:02:12.944" v="1339"/>
        <pc:sldMkLst>
          <pc:docMk/>
          <pc:sldMk cId="3495389773" sldId="266"/>
        </pc:sldMkLst>
      </pc:sldChg>
      <pc:sldChg chg="addSp modSp add mod">
        <pc:chgData name="Akhilesh Shende" userId="e3593a31e50f0491" providerId="LiveId" clId="{D301EDF7-31DE-4901-B967-525DF5CEB8A7}" dt="2025-12-08T17:42:35.348" v="1736" actId="20577"/>
        <pc:sldMkLst>
          <pc:docMk/>
          <pc:sldMk cId="3754003126" sldId="267"/>
        </pc:sldMkLst>
        <pc:spChg chg="add mod">
          <ac:chgData name="Akhilesh Shende" userId="e3593a31e50f0491" providerId="LiveId" clId="{D301EDF7-31DE-4901-B967-525DF5CEB8A7}" dt="2025-12-08T11:06:19.639" v="777" actId="20577"/>
          <ac:spMkLst>
            <pc:docMk/>
            <pc:sldMk cId="3754003126" sldId="267"/>
            <ac:spMk id="2" creationId="{AF42B04B-7C4E-E0F6-C6D0-861B76B8D356}"/>
          </ac:spMkLst>
        </pc:spChg>
        <pc:spChg chg="add mod">
          <ac:chgData name="Akhilesh Shende" userId="e3593a31e50f0491" providerId="LiveId" clId="{D301EDF7-31DE-4901-B967-525DF5CEB8A7}" dt="2025-12-08T17:42:35.348" v="1736" actId="20577"/>
          <ac:spMkLst>
            <pc:docMk/>
            <pc:sldMk cId="3754003126" sldId="267"/>
            <ac:spMk id="3" creationId="{46F139A3-C64A-3B0E-E120-118A2794B23D}"/>
          </ac:spMkLst>
        </pc:spChg>
        <pc:spChg chg="add mod">
          <ac:chgData name="Akhilesh Shende" userId="e3593a31e50f0491" providerId="LiveId" clId="{D301EDF7-31DE-4901-B967-525DF5CEB8A7}" dt="2025-12-08T11:12:00.085" v="906" actId="1036"/>
          <ac:spMkLst>
            <pc:docMk/>
            <pc:sldMk cId="3754003126" sldId="267"/>
            <ac:spMk id="5" creationId="{8238211B-11CB-EFA2-40B0-C692B44A259A}"/>
          </ac:spMkLst>
        </pc:spChg>
        <pc:spChg chg="add mod">
          <ac:chgData name="Akhilesh Shende" userId="e3593a31e50f0491" providerId="LiveId" clId="{D301EDF7-31DE-4901-B967-525DF5CEB8A7}" dt="2025-12-08T11:12:00.085" v="906" actId="1036"/>
          <ac:spMkLst>
            <pc:docMk/>
            <pc:sldMk cId="3754003126" sldId="267"/>
            <ac:spMk id="6" creationId="{878304E3-DB30-2667-3365-A5067FB05664}"/>
          </ac:spMkLst>
        </pc:spChg>
        <pc:spChg chg="add mod">
          <ac:chgData name="Akhilesh Shende" userId="e3593a31e50f0491" providerId="LiveId" clId="{D301EDF7-31DE-4901-B967-525DF5CEB8A7}" dt="2025-12-08T11:12:00.085" v="906" actId="1036"/>
          <ac:spMkLst>
            <pc:docMk/>
            <pc:sldMk cId="3754003126" sldId="267"/>
            <ac:spMk id="7" creationId="{EA2C5810-FC97-20C2-A58B-C2E9BF1FB851}"/>
          </ac:spMkLst>
        </pc:spChg>
        <pc:spChg chg="add mod">
          <ac:chgData name="Akhilesh Shende" userId="e3593a31e50f0491" providerId="LiveId" clId="{D301EDF7-31DE-4901-B967-525DF5CEB8A7}" dt="2025-12-08T11:12:10.694" v="924" actId="1036"/>
          <ac:spMkLst>
            <pc:docMk/>
            <pc:sldMk cId="3754003126" sldId="267"/>
            <ac:spMk id="9" creationId="{8CD6CAC0-ABEA-3D70-1244-4624DEED2E9F}"/>
          </ac:spMkLst>
        </pc:spChg>
        <pc:spChg chg="add mod">
          <ac:chgData name="Akhilesh Shende" userId="e3593a31e50f0491" providerId="LiveId" clId="{D301EDF7-31DE-4901-B967-525DF5CEB8A7}" dt="2025-12-08T11:12:10.694" v="924" actId="1036"/>
          <ac:spMkLst>
            <pc:docMk/>
            <pc:sldMk cId="3754003126" sldId="267"/>
            <ac:spMk id="10" creationId="{46E9FF34-F7D1-4127-4FD3-DC39DD441932}"/>
          </ac:spMkLst>
        </pc:spChg>
        <pc:spChg chg="add mod">
          <ac:chgData name="Akhilesh Shende" userId="e3593a31e50f0491" providerId="LiveId" clId="{D301EDF7-31DE-4901-B967-525DF5CEB8A7}" dt="2025-12-08T11:12:10.694" v="924" actId="1036"/>
          <ac:spMkLst>
            <pc:docMk/>
            <pc:sldMk cId="3754003126" sldId="267"/>
            <ac:spMk id="11" creationId="{79A71A93-F0F2-C409-08D7-1DBBE549C1AA}"/>
          </ac:spMkLst>
        </pc:spChg>
        <pc:spChg chg="add mod">
          <ac:chgData name="Akhilesh Shende" userId="e3593a31e50f0491" providerId="LiveId" clId="{D301EDF7-31DE-4901-B967-525DF5CEB8A7}" dt="2025-12-08T11:13:02.332" v="1002" actId="1036"/>
          <ac:spMkLst>
            <pc:docMk/>
            <pc:sldMk cId="3754003126" sldId="267"/>
            <ac:spMk id="12" creationId="{1248621A-DC4A-E955-4C95-211DD10DD6D0}"/>
          </ac:spMkLst>
        </pc:spChg>
        <pc:spChg chg="add mod">
          <ac:chgData name="Akhilesh Shende" userId="e3593a31e50f0491" providerId="LiveId" clId="{D301EDF7-31DE-4901-B967-525DF5CEB8A7}" dt="2025-12-08T11:13:02.332" v="1002" actId="1036"/>
          <ac:spMkLst>
            <pc:docMk/>
            <pc:sldMk cId="3754003126" sldId="267"/>
            <ac:spMk id="13" creationId="{6831F076-B908-DA3E-DB36-745DED4D54D8}"/>
          </ac:spMkLst>
        </pc:spChg>
        <pc:picChg chg="mod">
          <ac:chgData name="Akhilesh Shende" userId="e3593a31e50f0491" providerId="LiveId" clId="{D301EDF7-31DE-4901-B967-525DF5CEB8A7}" dt="2025-12-08T11:12:50.463" v="978" actId="1036"/>
          <ac:picMkLst>
            <pc:docMk/>
            <pc:sldMk cId="3754003126" sldId="267"/>
            <ac:picMk id="4" creationId="{A09FFA03-99C0-3FD2-1ABA-432C1D5023F0}"/>
          </ac:picMkLst>
        </pc:picChg>
      </pc:sldChg>
      <pc:sldChg chg="addSp modSp add mod ord">
        <pc:chgData name="Akhilesh Shende" userId="e3593a31e50f0491" providerId="LiveId" clId="{D301EDF7-31DE-4901-B967-525DF5CEB8A7}" dt="2025-12-08T11:28:12.982" v="1042" actId="20577"/>
        <pc:sldMkLst>
          <pc:docMk/>
          <pc:sldMk cId="4180485500" sldId="268"/>
        </pc:sldMkLst>
        <pc:spChg chg="add mod">
          <ac:chgData name="Akhilesh Shende" userId="e3593a31e50f0491" providerId="LiveId" clId="{D301EDF7-31DE-4901-B967-525DF5CEB8A7}" dt="2025-12-08T11:28:12.982" v="1042" actId="20577"/>
          <ac:spMkLst>
            <pc:docMk/>
            <pc:sldMk cId="4180485500" sldId="268"/>
            <ac:spMk id="5" creationId="{6232F71B-EE0E-6DB6-42C1-1A3720F400C8}"/>
          </ac:spMkLst>
        </pc:spChg>
        <pc:picChg chg="add">
          <ac:chgData name="Akhilesh Shende" userId="e3593a31e50f0491" providerId="LiveId" clId="{D301EDF7-31DE-4901-B967-525DF5CEB8A7}" dt="2025-12-08T11:27:46.854" v="1028" actId="22"/>
          <ac:picMkLst>
            <pc:docMk/>
            <pc:sldMk cId="4180485500" sldId="268"/>
            <ac:picMk id="3" creationId="{02A33AB4-1D41-0961-A3CE-0DF046396156}"/>
          </ac:picMkLst>
        </pc:picChg>
      </pc:sldChg>
      <pc:sldChg chg="addSp modSp add mod ord">
        <pc:chgData name="Akhilesh Shende" userId="e3593a31e50f0491" providerId="LiveId" clId="{D301EDF7-31DE-4901-B967-525DF5CEB8A7}" dt="2025-12-08T11:31:13.138" v="1081" actId="1035"/>
        <pc:sldMkLst>
          <pc:docMk/>
          <pc:sldMk cId="173001265" sldId="269"/>
        </pc:sldMkLst>
        <pc:spChg chg="add mod">
          <ac:chgData name="Akhilesh Shende" userId="e3593a31e50f0491" providerId="LiveId" clId="{D301EDF7-31DE-4901-B967-525DF5CEB8A7}" dt="2025-12-08T11:31:13.138" v="1081" actId="1035"/>
          <ac:spMkLst>
            <pc:docMk/>
            <pc:sldMk cId="173001265" sldId="269"/>
            <ac:spMk id="2" creationId="{1C880D09-C475-12C9-05B5-E562CC527DFB}"/>
          </ac:spMkLst>
        </pc:spChg>
        <pc:spChg chg="add mod">
          <ac:chgData name="Akhilesh Shende" userId="e3593a31e50f0491" providerId="LiveId" clId="{D301EDF7-31DE-4901-B967-525DF5CEB8A7}" dt="2025-12-08T11:30:50.003" v="1061"/>
          <ac:spMkLst>
            <pc:docMk/>
            <pc:sldMk cId="173001265" sldId="269"/>
            <ac:spMk id="3" creationId="{C30B2521-0C09-7C50-9786-EA4CEA1CB9F4}"/>
          </ac:spMkLst>
        </pc:spChg>
      </pc:sldChg>
      <pc:sldChg chg="addSp delSp modSp add mod">
        <pc:chgData name="Akhilesh Shende" userId="e3593a31e50f0491" providerId="LiveId" clId="{D301EDF7-31DE-4901-B967-525DF5CEB8A7}" dt="2025-12-08T11:45:06.979" v="1232" actId="14100"/>
        <pc:sldMkLst>
          <pc:docMk/>
          <pc:sldMk cId="990289186" sldId="270"/>
        </pc:sldMkLst>
        <pc:spChg chg="add mod">
          <ac:chgData name="Akhilesh Shende" userId="e3593a31e50f0491" providerId="LiveId" clId="{D301EDF7-31DE-4901-B967-525DF5CEB8A7}" dt="2025-12-08T11:38:10.038" v="1126" actId="20577"/>
          <ac:spMkLst>
            <pc:docMk/>
            <pc:sldMk cId="990289186" sldId="270"/>
            <ac:spMk id="2" creationId="{049C229B-F053-8524-58D5-310A08990166}"/>
          </ac:spMkLst>
        </pc:spChg>
        <pc:spChg chg="add del mod">
          <ac:chgData name="Akhilesh Shende" userId="e3593a31e50f0491" providerId="LiveId" clId="{D301EDF7-31DE-4901-B967-525DF5CEB8A7}" dt="2025-12-08T11:41:31.729" v="1224"/>
          <ac:spMkLst>
            <pc:docMk/>
            <pc:sldMk cId="990289186" sldId="270"/>
            <ac:spMk id="3" creationId="{4B4E7B5B-7EBE-4E6B-55E6-836A5B0576AB}"/>
          </ac:spMkLst>
        </pc:spChg>
        <pc:spChg chg="add mod">
          <ac:chgData name="Akhilesh Shende" userId="e3593a31e50f0491" providerId="LiveId" clId="{D301EDF7-31DE-4901-B967-525DF5CEB8A7}" dt="2025-12-08T11:44:58.627" v="1231" actId="14100"/>
          <ac:spMkLst>
            <pc:docMk/>
            <pc:sldMk cId="990289186" sldId="270"/>
            <ac:spMk id="5" creationId="{1FE0D92C-07C9-BF0C-F63F-57AEC78E338D}"/>
          </ac:spMkLst>
        </pc:spChg>
        <pc:spChg chg="add mod">
          <ac:chgData name="Akhilesh Shende" userId="e3593a31e50f0491" providerId="LiveId" clId="{D301EDF7-31DE-4901-B967-525DF5CEB8A7}" dt="2025-12-08T11:41:19.878" v="1221" actId="1035"/>
          <ac:spMkLst>
            <pc:docMk/>
            <pc:sldMk cId="990289186" sldId="270"/>
            <ac:spMk id="6" creationId="{F3A7410A-2A1A-8F5A-3C9D-09EB577BE2EE}"/>
          </ac:spMkLst>
        </pc:spChg>
        <pc:spChg chg="add mod">
          <ac:chgData name="Akhilesh Shende" userId="e3593a31e50f0491" providerId="LiveId" clId="{D301EDF7-31DE-4901-B967-525DF5CEB8A7}" dt="2025-12-08T11:41:19.878" v="1221" actId="1035"/>
          <ac:spMkLst>
            <pc:docMk/>
            <pc:sldMk cId="990289186" sldId="270"/>
            <ac:spMk id="7" creationId="{C49006AD-F968-DBE1-DFAB-23B1D6BDA51F}"/>
          </ac:spMkLst>
        </pc:spChg>
        <pc:picChg chg="add mod">
          <ac:chgData name="Akhilesh Shende" userId="e3593a31e50f0491" providerId="LiveId" clId="{D301EDF7-31DE-4901-B967-525DF5CEB8A7}" dt="2025-12-08T11:45:06.979" v="1232" actId="14100"/>
          <ac:picMkLst>
            <pc:docMk/>
            <pc:sldMk cId="990289186" sldId="270"/>
            <ac:picMk id="10" creationId="{E98D2DE4-A7AD-2AE5-D7FD-2B5B65813628}"/>
          </ac:picMkLst>
        </pc:picChg>
      </pc:sldChg>
      <pc:sldChg chg="addSp delSp modSp add mod">
        <pc:chgData name="Akhilesh Shende" userId="e3593a31e50f0491" providerId="LiveId" clId="{D301EDF7-31DE-4901-B967-525DF5CEB8A7}" dt="2025-12-08T14:55:16.172" v="1732" actId="11529"/>
        <pc:sldMkLst>
          <pc:docMk/>
          <pc:sldMk cId="3835381556" sldId="271"/>
        </pc:sldMkLst>
        <pc:spChg chg="add mod modVis">
          <ac:chgData name="Akhilesh Shende" userId="e3593a31e50f0491" providerId="LiveId" clId="{D301EDF7-31DE-4901-B967-525DF5CEB8A7}" dt="2025-12-08T12:35:16.600" v="1273" actId="27636"/>
          <ac:spMkLst>
            <pc:docMk/>
            <pc:sldMk cId="3835381556" sldId="271"/>
            <ac:spMk id="2" creationId="{FA46BE39-0A8D-2867-495E-133732B603E6}"/>
          </ac:spMkLst>
        </pc:spChg>
        <pc:spChg chg="add del mod modVis">
          <ac:chgData name="Akhilesh Shende" userId="e3593a31e50f0491" providerId="LiveId" clId="{D301EDF7-31DE-4901-B967-525DF5CEB8A7}" dt="2025-12-08T12:35:10.943" v="1271" actId="21"/>
          <ac:spMkLst>
            <pc:docMk/>
            <pc:sldMk cId="3835381556" sldId="271"/>
            <ac:spMk id="3" creationId="{9D5CCCBF-9D75-5B2B-2DB1-B313649B6CE3}"/>
          </ac:spMkLst>
        </pc:spChg>
        <pc:spChg chg="add del mod modVis">
          <ac:chgData name="Akhilesh Shende" userId="e3593a31e50f0491" providerId="LiveId" clId="{D301EDF7-31DE-4901-B967-525DF5CEB8A7}" dt="2025-12-08T12:35:10.943" v="1271" actId="21"/>
          <ac:spMkLst>
            <pc:docMk/>
            <pc:sldMk cId="3835381556" sldId="271"/>
            <ac:spMk id="5" creationId="{891E83AC-756C-EE27-D98D-194D68AA6F0A}"/>
          </ac:spMkLst>
        </pc:spChg>
        <pc:spChg chg="add del mod modVis">
          <ac:chgData name="Akhilesh Shende" userId="e3593a31e50f0491" providerId="LiveId" clId="{D301EDF7-31DE-4901-B967-525DF5CEB8A7}" dt="2025-12-08T12:35:10.943" v="1271" actId="21"/>
          <ac:spMkLst>
            <pc:docMk/>
            <pc:sldMk cId="3835381556" sldId="271"/>
            <ac:spMk id="6" creationId="{7CCF8B67-7E49-4470-FDA7-707E9C3BAA76}"/>
          </ac:spMkLst>
        </pc:spChg>
        <pc:spChg chg="add del mod">
          <ac:chgData name="Akhilesh Shende" userId="e3593a31e50f0491" providerId="LiveId" clId="{D301EDF7-31DE-4901-B967-525DF5CEB8A7}" dt="2025-12-08T12:53:11.257" v="1304" actId="21"/>
          <ac:spMkLst>
            <pc:docMk/>
            <pc:sldMk cId="3835381556" sldId="271"/>
            <ac:spMk id="6" creationId="{A065B3BA-595B-49F0-A326-0DC386C71ED7}"/>
          </ac:spMkLst>
        </pc:spChg>
        <pc:spChg chg="add del mod modVis">
          <ac:chgData name="Akhilesh Shende" userId="e3593a31e50f0491" providerId="LiveId" clId="{D301EDF7-31DE-4901-B967-525DF5CEB8A7}" dt="2025-12-08T12:35:10.943" v="1271" actId="21"/>
          <ac:spMkLst>
            <pc:docMk/>
            <pc:sldMk cId="3835381556" sldId="271"/>
            <ac:spMk id="7" creationId="{5EC0F95E-C6D8-E547-9AAC-6B30E0DFE8D9}"/>
          </ac:spMkLst>
        </pc:spChg>
        <pc:spChg chg="add mod modVis">
          <ac:chgData name="Akhilesh Shende" userId="e3593a31e50f0491" providerId="LiveId" clId="{D301EDF7-31DE-4901-B967-525DF5CEB8A7}" dt="2025-12-08T12:34:21.701" v="1268" actId="33934"/>
          <ac:spMkLst>
            <pc:docMk/>
            <pc:sldMk cId="3835381556" sldId="271"/>
            <ac:spMk id="25" creationId="{9747A207-DD0D-B59B-94C4-9B72FCF2609D}"/>
          </ac:spMkLst>
        </pc:spChg>
        <pc:spChg chg="add mod">
          <ac:chgData name="Akhilesh Shende" userId="e3593a31e50f0491" providerId="LiveId" clId="{D301EDF7-31DE-4901-B967-525DF5CEB8A7}" dt="2025-12-08T12:54:42.178" v="1315" actId="1076"/>
          <ac:spMkLst>
            <pc:docMk/>
            <pc:sldMk cId="3835381556" sldId="271"/>
            <ac:spMk id="27" creationId="{9D5CCCBF-9D75-5B2B-2DB1-B313649B6CE3}"/>
          </ac:spMkLst>
        </pc:spChg>
        <pc:spChg chg="add mod">
          <ac:chgData name="Akhilesh Shende" userId="e3593a31e50f0491" providerId="LiveId" clId="{D301EDF7-31DE-4901-B967-525DF5CEB8A7}" dt="2025-12-08T12:54:42.178" v="1315" actId="1076"/>
          <ac:spMkLst>
            <pc:docMk/>
            <pc:sldMk cId="3835381556" sldId="271"/>
            <ac:spMk id="28" creationId="{891E83AC-756C-EE27-D98D-194D68AA6F0A}"/>
          </ac:spMkLst>
        </pc:spChg>
        <pc:spChg chg="add mod">
          <ac:chgData name="Akhilesh Shende" userId="e3593a31e50f0491" providerId="LiveId" clId="{D301EDF7-31DE-4901-B967-525DF5CEB8A7}" dt="2025-12-08T12:54:42.178" v="1315" actId="1076"/>
          <ac:spMkLst>
            <pc:docMk/>
            <pc:sldMk cId="3835381556" sldId="271"/>
            <ac:spMk id="29" creationId="{7CCF8B67-7E49-4470-FDA7-707E9C3BAA76}"/>
          </ac:spMkLst>
        </pc:spChg>
        <pc:spChg chg="add mod">
          <ac:chgData name="Akhilesh Shende" userId="e3593a31e50f0491" providerId="LiveId" clId="{D301EDF7-31DE-4901-B967-525DF5CEB8A7}" dt="2025-12-08T12:54:42.178" v="1315" actId="1076"/>
          <ac:spMkLst>
            <pc:docMk/>
            <pc:sldMk cId="3835381556" sldId="271"/>
            <ac:spMk id="30" creationId="{5EC0F95E-C6D8-E547-9AAC-6B30E0DFE8D9}"/>
          </ac:spMkLst>
        </pc:spChg>
        <pc:picChg chg="add mod">
          <ac:chgData name="Akhilesh Shende" userId="e3593a31e50f0491" providerId="LiveId" clId="{D301EDF7-31DE-4901-B967-525DF5CEB8A7}" dt="2025-12-08T12:41:21.273" v="1284"/>
          <ac:picMkLst>
            <pc:docMk/>
            <pc:sldMk cId="3835381556" sldId="271"/>
            <ac:picMk id="3" creationId="{8BFB27F5-DDC1-850C-E5F3-4E69741D0E2C}"/>
          </ac:picMkLst>
        </pc:picChg>
        <pc:picChg chg="mod modVis">
          <ac:chgData name="Akhilesh Shende" userId="e3593a31e50f0491" providerId="LiveId" clId="{D301EDF7-31DE-4901-B967-525DF5CEB8A7}" dt="2025-12-08T12:43:19.963" v="1298" actId="1076"/>
          <ac:picMkLst>
            <pc:docMk/>
            <pc:sldMk cId="3835381556" sldId="271"/>
            <ac:picMk id="4" creationId="{21153AFC-6E90-0B0E-1D6B-1E8EBD492883}"/>
          </ac:picMkLst>
        </pc:picChg>
        <pc:picChg chg="add del mod">
          <ac:chgData name="Akhilesh Shende" userId="e3593a31e50f0491" providerId="LiveId" clId="{D301EDF7-31DE-4901-B967-525DF5CEB8A7}" dt="2025-12-08T12:53:46.168" v="1309" actId="21"/>
          <ac:picMkLst>
            <pc:docMk/>
            <pc:sldMk cId="3835381556" sldId="271"/>
            <ac:picMk id="5" creationId="{B77C260C-12A9-3579-DA80-90F83555A35E}"/>
          </ac:picMkLst>
        </pc:picChg>
        <pc:picChg chg="mod modVis">
          <ac:chgData name="Akhilesh Shende" userId="e3593a31e50f0491" providerId="LiveId" clId="{D301EDF7-31DE-4901-B967-525DF5CEB8A7}" dt="2025-12-08T12:34:21.701" v="1268" actId="33934"/>
          <ac:picMkLst>
            <pc:docMk/>
            <pc:sldMk cId="3835381556" sldId="271"/>
            <ac:picMk id="8" creationId="{3DB64005-72D9-D75A-563E-A717AA14A9A1}"/>
          </ac:picMkLst>
        </pc:picChg>
        <pc:cxnChg chg="add">
          <ac:chgData name="Akhilesh Shende" userId="e3593a31e50f0491" providerId="LiveId" clId="{D301EDF7-31DE-4901-B967-525DF5CEB8A7}" dt="2025-12-08T14:54:16.618" v="1729" actId="11529"/>
          <ac:cxnSpMkLst>
            <pc:docMk/>
            <pc:sldMk cId="3835381556" sldId="271"/>
            <ac:cxnSpMk id="9" creationId="{811AD35E-E471-B989-B9DA-91E9ACA5B0A3}"/>
          </ac:cxnSpMkLst>
        </pc:cxnChg>
        <pc:cxnChg chg="add del mod">
          <ac:chgData name="Akhilesh Shende" userId="e3593a31e50f0491" providerId="LiveId" clId="{D301EDF7-31DE-4901-B967-525DF5CEB8A7}" dt="2025-12-08T12:03:42.192" v="1242" actId="478"/>
          <ac:cxnSpMkLst>
            <pc:docMk/>
            <pc:sldMk cId="3835381556" sldId="271"/>
            <ac:cxnSpMk id="9" creationId="{F37503CA-1719-3DF4-7266-6AAFB7B1AA23}"/>
          </ac:cxnSpMkLst>
        </pc:cxnChg>
        <pc:cxnChg chg="add del mod">
          <ac:chgData name="Akhilesh Shende" userId="e3593a31e50f0491" providerId="LiveId" clId="{D301EDF7-31DE-4901-B967-525DF5CEB8A7}" dt="2025-12-08T12:03:49.264" v="1244" actId="478"/>
          <ac:cxnSpMkLst>
            <pc:docMk/>
            <pc:sldMk cId="3835381556" sldId="271"/>
            <ac:cxnSpMk id="10" creationId="{EA96A94A-02C4-5683-D850-04AB4327C047}"/>
          </ac:cxnSpMkLst>
        </pc:cxnChg>
        <pc:cxnChg chg="add">
          <ac:chgData name="Akhilesh Shende" userId="e3593a31e50f0491" providerId="LiveId" clId="{D301EDF7-31DE-4901-B967-525DF5CEB8A7}" dt="2025-12-08T14:54:32.031" v="1730" actId="11529"/>
          <ac:cxnSpMkLst>
            <pc:docMk/>
            <pc:sldMk cId="3835381556" sldId="271"/>
            <ac:cxnSpMk id="11" creationId="{97A79027-6CE6-4044-EA77-A00D97C82A93}"/>
          </ac:cxnSpMkLst>
        </pc:cxnChg>
        <pc:cxnChg chg="add del mod">
          <ac:chgData name="Akhilesh Shende" userId="e3593a31e50f0491" providerId="LiveId" clId="{D301EDF7-31DE-4901-B967-525DF5CEB8A7}" dt="2025-12-08T12:03:45.261" v="1243" actId="478"/>
          <ac:cxnSpMkLst>
            <pc:docMk/>
            <pc:sldMk cId="3835381556" sldId="271"/>
            <ac:cxnSpMk id="11" creationId="{9D61ECCB-5910-B725-2307-DA2D62F1AABE}"/>
          </ac:cxnSpMkLst>
        </pc:cxnChg>
        <pc:cxnChg chg="add del mod">
          <ac:chgData name="Akhilesh Shende" userId="e3593a31e50f0491" providerId="LiveId" clId="{D301EDF7-31DE-4901-B967-525DF5CEB8A7}" dt="2025-12-08T12:03:38.092" v="1241" actId="478"/>
          <ac:cxnSpMkLst>
            <pc:docMk/>
            <pc:sldMk cId="3835381556" sldId="271"/>
            <ac:cxnSpMk id="12" creationId="{100A475A-4372-296D-EDD3-403FAD515290}"/>
          </ac:cxnSpMkLst>
        </pc:cxnChg>
        <pc:cxnChg chg="add">
          <ac:chgData name="Akhilesh Shende" userId="e3593a31e50f0491" providerId="LiveId" clId="{D301EDF7-31DE-4901-B967-525DF5CEB8A7}" dt="2025-12-08T14:55:07.831" v="1731" actId="11529"/>
          <ac:cxnSpMkLst>
            <pc:docMk/>
            <pc:sldMk cId="3835381556" sldId="271"/>
            <ac:cxnSpMk id="13" creationId="{C5516976-2871-DC86-878D-3B6737226066}"/>
          </ac:cxnSpMkLst>
        </pc:cxnChg>
        <pc:cxnChg chg="add">
          <ac:chgData name="Akhilesh Shende" userId="e3593a31e50f0491" providerId="LiveId" clId="{D301EDF7-31DE-4901-B967-525DF5CEB8A7}" dt="2025-12-08T14:55:16.172" v="1732" actId="11529"/>
          <ac:cxnSpMkLst>
            <pc:docMk/>
            <pc:sldMk cId="3835381556" sldId="271"/>
            <ac:cxnSpMk id="15" creationId="{AD6280D6-469F-971D-70B5-73F41633EB23}"/>
          </ac:cxnSpMkLst>
        </pc:cxnChg>
        <pc:cxnChg chg="add del mod modVis">
          <ac:chgData name="Akhilesh Shende" userId="e3593a31e50f0491" providerId="LiveId" clId="{D301EDF7-31DE-4901-B967-525DF5CEB8A7}" dt="2025-12-08T12:35:10.943" v="1271" actId="21"/>
          <ac:cxnSpMkLst>
            <pc:docMk/>
            <pc:sldMk cId="3835381556" sldId="271"/>
            <ac:cxnSpMk id="16" creationId="{CA45B8D0-F801-88FB-701F-0D36D0275096}"/>
          </ac:cxnSpMkLst>
        </pc:cxnChg>
        <pc:cxnChg chg="add del mod">
          <ac:chgData name="Akhilesh Shende" userId="e3593a31e50f0491" providerId="LiveId" clId="{D301EDF7-31DE-4901-B967-525DF5CEB8A7}" dt="2025-12-08T12:35:10.943" v="1271" actId="21"/>
          <ac:cxnSpMkLst>
            <pc:docMk/>
            <pc:sldMk cId="3835381556" sldId="271"/>
            <ac:cxnSpMk id="18" creationId="{9D728D2D-C049-2E2E-1BF4-E7FA194A8ACE}"/>
          </ac:cxnSpMkLst>
        </pc:cxnChg>
        <pc:cxnChg chg="add del">
          <ac:chgData name="Akhilesh Shende" userId="e3593a31e50f0491" providerId="LiveId" clId="{D301EDF7-31DE-4901-B967-525DF5CEB8A7}" dt="2025-12-08T12:04:41.572" v="1248" actId="478"/>
          <ac:cxnSpMkLst>
            <pc:docMk/>
            <pc:sldMk cId="3835381556" sldId="271"/>
            <ac:cxnSpMk id="20" creationId="{B7D23D3B-66A0-15F5-DC19-E2D3915386C0}"/>
          </ac:cxnSpMkLst>
        </pc:cxnChg>
        <pc:cxnChg chg="add del mod">
          <ac:chgData name="Akhilesh Shende" userId="e3593a31e50f0491" providerId="LiveId" clId="{D301EDF7-31DE-4901-B967-525DF5CEB8A7}" dt="2025-12-08T12:35:10.943" v="1271" actId="21"/>
          <ac:cxnSpMkLst>
            <pc:docMk/>
            <pc:sldMk cId="3835381556" sldId="271"/>
            <ac:cxnSpMk id="22" creationId="{1EE46AC5-3991-1F59-D676-050BF54B2A6D}"/>
          </ac:cxnSpMkLst>
        </pc:cxnChg>
        <pc:cxnChg chg="add del mod modVis">
          <ac:chgData name="Akhilesh Shende" userId="e3593a31e50f0491" providerId="LiveId" clId="{D301EDF7-31DE-4901-B967-525DF5CEB8A7}" dt="2025-12-08T12:35:10.943" v="1271" actId="21"/>
          <ac:cxnSpMkLst>
            <pc:docMk/>
            <pc:sldMk cId="3835381556" sldId="271"/>
            <ac:cxnSpMk id="24" creationId="{92D102B6-1584-3E9D-F574-EAAC138E3035}"/>
          </ac:cxnSpMkLst>
        </pc:cxnChg>
        <pc:cxnChg chg="add del mod">
          <ac:chgData name="Akhilesh Shende" userId="e3593a31e50f0491" providerId="LiveId" clId="{D301EDF7-31DE-4901-B967-525DF5CEB8A7}" dt="2025-12-08T14:53:45.997" v="1725" actId="478"/>
          <ac:cxnSpMkLst>
            <pc:docMk/>
            <pc:sldMk cId="3835381556" sldId="271"/>
            <ac:cxnSpMk id="31" creationId="{CA45B8D0-F801-88FB-701F-0D36D0275096}"/>
          </ac:cxnSpMkLst>
        </pc:cxnChg>
        <pc:cxnChg chg="add del mod">
          <ac:chgData name="Akhilesh Shende" userId="e3593a31e50f0491" providerId="LiveId" clId="{D301EDF7-31DE-4901-B967-525DF5CEB8A7}" dt="2025-12-08T14:53:47.484" v="1726" actId="478"/>
          <ac:cxnSpMkLst>
            <pc:docMk/>
            <pc:sldMk cId="3835381556" sldId="271"/>
            <ac:cxnSpMk id="32" creationId="{9D728D2D-C049-2E2E-1BF4-E7FA194A8ACE}"/>
          </ac:cxnSpMkLst>
        </pc:cxnChg>
        <pc:cxnChg chg="add del mod">
          <ac:chgData name="Akhilesh Shende" userId="e3593a31e50f0491" providerId="LiveId" clId="{D301EDF7-31DE-4901-B967-525DF5CEB8A7}" dt="2025-12-08T14:53:48.454" v="1727" actId="478"/>
          <ac:cxnSpMkLst>
            <pc:docMk/>
            <pc:sldMk cId="3835381556" sldId="271"/>
            <ac:cxnSpMk id="33" creationId="{1EE46AC5-3991-1F59-D676-050BF54B2A6D}"/>
          </ac:cxnSpMkLst>
        </pc:cxnChg>
        <pc:cxnChg chg="add del mod">
          <ac:chgData name="Akhilesh Shende" userId="e3593a31e50f0491" providerId="LiveId" clId="{D301EDF7-31DE-4901-B967-525DF5CEB8A7}" dt="2025-12-08T14:53:49.843" v="1728" actId="478"/>
          <ac:cxnSpMkLst>
            <pc:docMk/>
            <pc:sldMk cId="3835381556" sldId="271"/>
            <ac:cxnSpMk id="34" creationId="{92D102B6-1584-3E9D-F574-EAAC138E3035}"/>
          </ac:cxnSpMkLst>
        </pc:cxnChg>
        <pc:cxnChg chg="add del">
          <ac:chgData name="Akhilesh Shende" userId="e3593a31e50f0491" providerId="LiveId" clId="{D301EDF7-31DE-4901-B967-525DF5CEB8A7}" dt="2025-12-08T12:36:33.278" v="1280" actId="478"/>
          <ac:cxnSpMkLst>
            <pc:docMk/>
            <pc:sldMk cId="3835381556" sldId="271"/>
            <ac:cxnSpMk id="36" creationId="{6F286B0F-2155-4223-7EDF-2338C2B5AB1B}"/>
          </ac:cxnSpMkLst>
        </pc:cxnChg>
      </pc:sldChg>
      <pc:sldChg chg="addSp modSp add mod">
        <pc:chgData name="Akhilesh Shende" userId="e3593a31e50f0491" providerId="LiveId" clId="{D301EDF7-31DE-4901-B967-525DF5CEB8A7}" dt="2025-12-08T15:02:28.752" v="1733" actId="20577"/>
        <pc:sldMkLst>
          <pc:docMk/>
          <pc:sldMk cId="1432248766" sldId="272"/>
        </pc:sldMkLst>
        <pc:spChg chg="add mod">
          <ac:chgData name="Akhilesh Shende" userId="e3593a31e50f0491" providerId="LiveId" clId="{D301EDF7-31DE-4901-B967-525DF5CEB8A7}" dt="2025-12-08T12:46:33.521" v="1302"/>
          <ac:spMkLst>
            <pc:docMk/>
            <pc:sldMk cId="1432248766" sldId="272"/>
            <ac:spMk id="2" creationId="{D981D831-A215-E1B4-025E-C7838945956B}"/>
          </ac:spMkLst>
        </pc:spChg>
        <pc:spChg chg="add mod">
          <ac:chgData name="Akhilesh Shende" userId="e3593a31e50f0491" providerId="LiveId" clId="{D301EDF7-31DE-4901-B967-525DF5CEB8A7}" dt="2025-12-08T15:02:28.752" v="1733" actId="20577"/>
          <ac:spMkLst>
            <pc:docMk/>
            <pc:sldMk cId="1432248766" sldId="272"/>
            <ac:spMk id="6" creationId="{A065B3BA-595B-49F0-A326-0DC386C71ED7}"/>
          </ac:spMkLst>
        </pc:spChg>
        <pc:picChg chg="add mod">
          <ac:chgData name="Akhilesh Shende" userId="e3593a31e50f0491" providerId="LiveId" clId="{D301EDF7-31DE-4901-B967-525DF5CEB8A7}" dt="2025-12-08T12:54:11.675" v="1314" actId="962"/>
          <ac:picMkLst>
            <pc:docMk/>
            <pc:sldMk cId="1432248766" sldId="272"/>
            <ac:picMk id="5" creationId="{B77C260C-12A9-3579-DA80-90F83555A35E}"/>
          </ac:picMkLst>
        </pc:picChg>
      </pc:sldChg>
      <pc:sldChg chg="addSp modSp add mod">
        <pc:chgData name="Akhilesh Shende" userId="e3593a31e50f0491" providerId="LiveId" clId="{D301EDF7-31DE-4901-B967-525DF5CEB8A7}" dt="2025-12-08T13:27:20.020" v="1359" actId="12788"/>
        <pc:sldMkLst>
          <pc:docMk/>
          <pc:sldMk cId="4070649757" sldId="273"/>
        </pc:sldMkLst>
        <pc:spChg chg="add mod">
          <ac:chgData name="Akhilesh Shende" userId="e3593a31e50f0491" providerId="LiveId" clId="{D301EDF7-31DE-4901-B967-525DF5CEB8A7}" dt="2025-12-08T13:23:01.231" v="1356" actId="20577"/>
          <ac:spMkLst>
            <pc:docMk/>
            <pc:sldMk cId="4070649757" sldId="273"/>
            <ac:spMk id="2" creationId="{8E05A894-A018-D593-5282-35549981F939}"/>
          </ac:spMkLst>
        </pc:spChg>
        <pc:spChg chg="add mod">
          <ac:chgData name="Akhilesh Shende" userId="e3593a31e50f0491" providerId="LiveId" clId="{D301EDF7-31DE-4901-B967-525DF5CEB8A7}" dt="2025-12-08T13:27:20.020" v="1359" actId="12788"/>
          <ac:spMkLst>
            <pc:docMk/>
            <pc:sldMk cId="4070649757" sldId="273"/>
            <ac:spMk id="3" creationId="{51F3AF4D-6781-4093-B8A2-7D85ADE23A11}"/>
          </ac:spMkLst>
        </pc:spChg>
      </pc:sldChg>
      <pc:sldChg chg="addSp modSp add mod">
        <pc:chgData name="Akhilesh Shende" userId="e3593a31e50f0491" providerId="LiveId" clId="{D301EDF7-31DE-4901-B967-525DF5CEB8A7}" dt="2025-12-08T14:29:53.226" v="1558" actId="1036"/>
        <pc:sldMkLst>
          <pc:docMk/>
          <pc:sldMk cId="2354495098" sldId="274"/>
        </pc:sldMkLst>
        <pc:spChg chg="add mod">
          <ac:chgData name="Akhilesh Shende" userId="e3593a31e50f0491" providerId="LiveId" clId="{D301EDF7-31DE-4901-B967-525DF5CEB8A7}" dt="2025-12-08T14:26:02.089" v="1530" actId="1035"/>
          <ac:spMkLst>
            <pc:docMk/>
            <pc:sldMk cId="2354495098" sldId="274"/>
            <ac:spMk id="2" creationId="{2E5A2943-B8F9-22B6-A824-3C67A94598B1}"/>
          </ac:spMkLst>
        </pc:spChg>
        <pc:spChg chg="add mod">
          <ac:chgData name="Akhilesh Shende" userId="e3593a31e50f0491" providerId="LiveId" clId="{D301EDF7-31DE-4901-B967-525DF5CEB8A7}" dt="2025-12-08T14:29:53.226" v="1558" actId="1036"/>
          <ac:spMkLst>
            <pc:docMk/>
            <pc:sldMk cId="2354495098" sldId="274"/>
            <ac:spMk id="3" creationId="{C938452A-FB92-A546-4A83-F323EC9DA932}"/>
          </ac:spMkLst>
        </pc:spChg>
        <pc:spChg chg="add">
          <ac:chgData name="Akhilesh Shende" userId="e3593a31e50f0491" providerId="LiveId" clId="{D301EDF7-31DE-4901-B967-525DF5CEB8A7}" dt="2025-12-08T14:20:26.058" v="1453"/>
          <ac:spMkLst>
            <pc:docMk/>
            <pc:sldMk cId="2354495098" sldId="274"/>
            <ac:spMk id="5" creationId="{75F24997-3EA9-6B70-B2C6-8E70462F74B5}"/>
          </ac:spMkLst>
        </pc:spChg>
        <pc:spChg chg="add">
          <ac:chgData name="Akhilesh Shende" userId="e3593a31e50f0491" providerId="LiveId" clId="{D301EDF7-31DE-4901-B967-525DF5CEB8A7}" dt="2025-12-08T14:20:33.353" v="1454"/>
          <ac:spMkLst>
            <pc:docMk/>
            <pc:sldMk cId="2354495098" sldId="274"/>
            <ac:spMk id="6" creationId="{961C6AAE-7ABE-90EE-41F9-653CFF73B117}"/>
          </ac:spMkLst>
        </pc:spChg>
        <pc:spChg chg="add">
          <ac:chgData name="Akhilesh Shende" userId="e3593a31e50f0491" providerId="LiveId" clId="{D301EDF7-31DE-4901-B967-525DF5CEB8A7}" dt="2025-12-08T14:23:54.504" v="1461"/>
          <ac:spMkLst>
            <pc:docMk/>
            <pc:sldMk cId="2354495098" sldId="274"/>
            <ac:spMk id="9" creationId="{EB2EA382-5E53-CE64-022D-93992723A854}"/>
          </ac:spMkLst>
        </pc:spChg>
        <pc:spChg chg="add">
          <ac:chgData name="Akhilesh Shende" userId="e3593a31e50f0491" providerId="LiveId" clId="{D301EDF7-31DE-4901-B967-525DF5CEB8A7}" dt="2025-12-08T14:24:05.113" v="1462"/>
          <ac:spMkLst>
            <pc:docMk/>
            <pc:sldMk cId="2354495098" sldId="274"/>
            <ac:spMk id="10" creationId="{34943996-54D3-7FF3-3387-E69D9A21F7BE}"/>
          </ac:spMkLst>
        </pc:spChg>
        <pc:spChg chg="add">
          <ac:chgData name="Akhilesh Shende" userId="e3593a31e50f0491" providerId="LiveId" clId="{D301EDF7-31DE-4901-B967-525DF5CEB8A7}" dt="2025-12-08T14:24:29.525" v="1464"/>
          <ac:spMkLst>
            <pc:docMk/>
            <pc:sldMk cId="2354495098" sldId="274"/>
            <ac:spMk id="11" creationId="{D4D21B6D-41C4-52E8-465C-07FA9A408669}"/>
          </ac:spMkLst>
        </pc:spChg>
        <pc:picChg chg="add mod">
          <ac:chgData name="Akhilesh Shende" userId="e3593a31e50f0491" providerId="LiveId" clId="{D301EDF7-31DE-4901-B967-525DF5CEB8A7}" dt="2025-12-08T14:21:03.266" v="1458" actId="14100"/>
          <ac:picMkLst>
            <pc:docMk/>
            <pc:sldMk cId="2354495098" sldId="274"/>
            <ac:picMk id="7" creationId="{AEAAC7E1-7C49-D2AE-577F-5163BBD7C756}"/>
          </ac:picMkLst>
        </pc:picChg>
      </pc:sldChg>
      <pc:sldChg chg="addSp delSp modSp add mod ord">
        <pc:chgData name="Akhilesh Shende" userId="e3593a31e50f0491" providerId="LiveId" clId="{D301EDF7-31DE-4901-B967-525DF5CEB8A7}" dt="2025-12-08T17:43:03.480" v="1750" actId="20577"/>
        <pc:sldMkLst>
          <pc:docMk/>
          <pc:sldMk cId="2859764875" sldId="275"/>
        </pc:sldMkLst>
        <pc:spChg chg="add mod">
          <ac:chgData name="Akhilesh Shende" userId="e3593a31e50f0491" providerId="LiveId" clId="{D301EDF7-31DE-4901-B967-525DF5CEB8A7}" dt="2025-12-08T14:33:14.533" v="1618" actId="20577"/>
          <ac:spMkLst>
            <pc:docMk/>
            <pc:sldMk cId="2859764875" sldId="275"/>
            <ac:spMk id="2" creationId="{FC1A7D4A-7102-2E07-E872-BDF6B64C23EC}"/>
          </ac:spMkLst>
        </pc:spChg>
        <pc:spChg chg="add del mod">
          <ac:chgData name="Akhilesh Shende" userId="e3593a31e50f0491" providerId="LiveId" clId="{D301EDF7-31DE-4901-B967-525DF5CEB8A7}" dt="2025-12-08T14:38:51.530" v="1698" actId="478"/>
          <ac:spMkLst>
            <pc:docMk/>
            <pc:sldMk cId="2859764875" sldId="275"/>
            <ac:spMk id="3" creationId="{1A7C9E41-3AB8-42DA-D3B3-7CBD78496E97}"/>
          </ac:spMkLst>
        </pc:spChg>
        <pc:spChg chg="add mod">
          <ac:chgData name="Akhilesh Shende" userId="e3593a31e50f0491" providerId="LiveId" clId="{D301EDF7-31DE-4901-B967-525DF5CEB8A7}" dt="2025-12-08T17:43:03.480" v="1750" actId="20577"/>
          <ac:spMkLst>
            <pc:docMk/>
            <pc:sldMk cId="2859764875" sldId="275"/>
            <ac:spMk id="5" creationId="{47866EEA-D1CB-A591-E816-E36B08B36648}"/>
          </ac:spMkLst>
        </pc:spChg>
      </pc:sldChg>
      <pc:sldChg chg="add">
        <pc:chgData name="Akhilesh Shende" userId="e3593a31e50f0491" providerId="LiveId" clId="{D301EDF7-31DE-4901-B967-525DF5CEB8A7}" dt="2025-12-08T13:01:39.204" v="1318"/>
        <pc:sldMkLst>
          <pc:docMk/>
          <pc:sldMk cId="947805118" sldId="276"/>
        </pc:sldMkLst>
      </pc:sldChg>
      <pc:sldChg chg="add">
        <pc:chgData name="Akhilesh Shende" userId="e3593a31e50f0491" providerId="LiveId" clId="{D301EDF7-31DE-4901-B967-525DF5CEB8A7}" dt="2025-12-08T13:01:39.417" v="1319"/>
        <pc:sldMkLst>
          <pc:docMk/>
          <pc:sldMk cId="397282995" sldId="277"/>
        </pc:sldMkLst>
      </pc:sldChg>
      <pc:sldChg chg="add">
        <pc:chgData name="Akhilesh Shende" userId="e3593a31e50f0491" providerId="LiveId" clId="{D301EDF7-31DE-4901-B967-525DF5CEB8A7}" dt="2025-12-08T13:01:39.601" v="1320"/>
        <pc:sldMkLst>
          <pc:docMk/>
          <pc:sldMk cId="2953360885" sldId="278"/>
        </pc:sldMkLst>
      </pc:sldChg>
      <pc:sldChg chg="add">
        <pc:chgData name="Akhilesh Shende" userId="e3593a31e50f0491" providerId="LiveId" clId="{D301EDF7-31DE-4901-B967-525DF5CEB8A7}" dt="2025-12-08T13:01:39.756" v="1321"/>
        <pc:sldMkLst>
          <pc:docMk/>
          <pc:sldMk cId="2774134213" sldId="279"/>
        </pc:sldMkLst>
      </pc:sldChg>
      <pc:sldChg chg="add">
        <pc:chgData name="Akhilesh Shende" userId="e3593a31e50f0491" providerId="LiveId" clId="{D301EDF7-31DE-4901-B967-525DF5CEB8A7}" dt="2025-12-08T13:01:39.934" v="1322"/>
        <pc:sldMkLst>
          <pc:docMk/>
          <pc:sldMk cId="3194000773" sldId="280"/>
        </pc:sldMkLst>
      </pc:sldChg>
      <pc:sldChg chg="add">
        <pc:chgData name="Akhilesh Shende" userId="e3593a31e50f0491" providerId="LiveId" clId="{D301EDF7-31DE-4901-B967-525DF5CEB8A7}" dt="2025-12-08T13:01:40.077" v="1323"/>
        <pc:sldMkLst>
          <pc:docMk/>
          <pc:sldMk cId="1180437438" sldId="281"/>
        </pc:sldMkLst>
      </pc:sldChg>
      <pc:sldChg chg="add">
        <pc:chgData name="Akhilesh Shende" userId="e3593a31e50f0491" providerId="LiveId" clId="{D301EDF7-31DE-4901-B967-525DF5CEB8A7}" dt="2025-12-08T13:01:40.272" v="1324"/>
        <pc:sldMkLst>
          <pc:docMk/>
          <pc:sldMk cId="993950643" sldId="282"/>
        </pc:sldMkLst>
      </pc:sldChg>
      <pc:sldChg chg="add">
        <pc:chgData name="Akhilesh Shende" userId="e3593a31e50f0491" providerId="LiveId" clId="{D301EDF7-31DE-4901-B967-525DF5CEB8A7}" dt="2025-12-08T13:01:40.453" v="1325"/>
        <pc:sldMkLst>
          <pc:docMk/>
          <pc:sldMk cId="707937953" sldId="283"/>
        </pc:sldMkLst>
      </pc:sldChg>
      <pc:sldChg chg="add">
        <pc:chgData name="Akhilesh Shende" userId="e3593a31e50f0491" providerId="LiveId" clId="{D301EDF7-31DE-4901-B967-525DF5CEB8A7}" dt="2025-12-08T13:01:40.628" v="1326"/>
        <pc:sldMkLst>
          <pc:docMk/>
          <pc:sldMk cId="4031818786" sldId="284"/>
        </pc:sldMkLst>
      </pc:sldChg>
      <pc:sldChg chg="add">
        <pc:chgData name="Akhilesh Shende" userId="e3593a31e50f0491" providerId="LiveId" clId="{D301EDF7-31DE-4901-B967-525DF5CEB8A7}" dt="2025-12-08T13:01:40.801" v="1327"/>
        <pc:sldMkLst>
          <pc:docMk/>
          <pc:sldMk cId="3134797356" sldId="285"/>
        </pc:sldMkLst>
      </pc:sldChg>
      <pc:sldChg chg="add">
        <pc:chgData name="Akhilesh Shende" userId="e3593a31e50f0491" providerId="LiveId" clId="{D301EDF7-31DE-4901-B967-525DF5CEB8A7}" dt="2025-12-08T13:01:40.968" v="1328"/>
        <pc:sldMkLst>
          <pc:docMk/>
          <pc:sldMk cId="272446797" sldId="286"/>
        </pc:sldMkLst>
      </pc:sldChg>
      <pc:sldChg chg="add">
        <pc:chgData name="Akhilesh Shende" userId="e3593a31e50f0491" providerId="LiveId" clId="{D301EDF7-31DE-4901-B967-525DF5CEB8A7}" dt="2025-12-08T13:01:41.155" v="1329"/>
        <pc:sldMkLst>
          <pc:docMk/>
          <pc:sldMk cId="1537850561" sldId="287"/>
        </pc:sldMkLst>
      </pc:sldChg>
      <pc:sldChg chg="add">
        <pc:chgData name="Akhilesh Shende" userId="e3593a31e50f0491" providerId="LiveId" clId="{D301EDF7-31DE-4901-B967-525DF5CEB8A7}" dt="2025-12-08T13:01:41.347" v="1330"/>
        <pc:sldMkLst>
          <pc:docMk/>
          <pc:sldMk cId="4164706476" sldId="288"/>
        </pc:sldMkLst>
      </pc:sldChg>
      <pc:sldChg chg="add">
        <pc:chgData name="Akhilesh Shende" userId="e3593a31e50f0491" providerId="LiveId" clId="{D301EDF7-31DE-4901-B967-525DF5CEB8A7}" dt="2025-12-08T13:01:41.534" v="1331"/>
        <pc:sldMkLst>
          <pc:docMk/>
          <pc:sldMk cId="2335035511" sldId="289"/>
        </pc:sldMkLst>
      </pc:sldChg>
      <pc:sldChg chg="add">
        <pc:chgData name="Akhilesh Shende" userId="e3593a31e50f0491" providerId="LiveId" clId="{D301EDF7-31DE-4901-B967-525DF5CEB8A7}" dt="2025-12-08T13:01:41.712" v="1332"/>
        <pc:sldMkLst>
          <pc:docMk/>
          <pc:sldMk cId="1523915448" sldId="290"/>
        </pc:sldMkLst>
      </pc:sldChg>
      <pc:sldChg chg="add">
        <pc:chgData name="Akhilesh Shende" userId="e3593a31e50f0491" providerId="LiveId" clId="{D301EDF7-31DE-4901-B967-525DF5CEB8A7}" dt="2025-12-08T13:01:41.915" v="1333"/>
        <pc:sldMkLst>
          <pc:docMk/>
          <pc:sldMk cId="1996163946" sldId="291"/>
        </pc:sldMkLst>
      </pc:sldChg>
      <pc:sldChg chg="add">
        <pc:chgData name="Akhilesh Shende" userId="e3593a31e50f0491" providerId="LiveId" clId="{D301EDF7-31DE-4901-B967-525DF5CEB8A7}" dt="2025-12-08T13:01:42.093" v="1334"/>
        <pc:sldMkLst>
          <pc:docMk/>
          <pc:sldMk cId="3366890361" sldId="292"/>
        </pc:sldMkLst>
      </pc:sldChg>
      <pc:sldChg chg="add">
        <pc:chgData name="Akhilesh Shende" userId="e3593a31e50f0491" providerId="LiveId" clId="{D301EDF7-31DE-4901-B967-525DF5CEB8A7}" dt="2025-12-08T13:01:42.279" v="1335"/>
        <pc:sldMkLst>
          <pc:docMk/>
          <pc:sldMk cId="1168027374" sldId="293"/>
        </pc:sldMkLst>
      </pc:sldChg>
      <pc:sldChg chg="add">
        <pc:chgData name="Akhilesh Shende" userId="e3593a31e50f0491" providerId="LiveId" clId="{D301EDF7-31DE-4901-B967-525DF5CEB8A7}" dt="2025-12-08T13:01:42.465" v="1336"/>
        <pc:sldMkLst>
          <pc:docMk/>
          <pc:sldMk cId="2230744344" sldId="294"/>
        </pc:sldMkLst>
      </pc:sldChg>
      <pc:sldChg chg="add">
        <pc:chgData name="Akhilesh Shende" userId="e3593a31e50f0491" providerId="LiveId" clId="{D301EDF7-31DE-4901-B967-525DF5CEB8A7}" dt="2025-12-08T13:01:42.643" v="1337"/>
        <pc:sldMkLst>
          <pc:docMk/>
          <pc:sldMk cId="4064948346" sldId="295"/>
        </pc:sldMkLst>
      </pc:sldChg>
      <pc:sldChg chg="addSp modSp add mod">
        <pc:chgData name="Akhilesh Shende" userId="e3593a31e50f0491" providerId="LiveId" clId="{D301EDF7-31DE-4901-B967-525DF5CEB8A7}" dt="2025-12-08T18:04:08.878" v="1808" actId="1036"/>
        <pc:sldMkLst>
          <pc:docMk/>
          <pc:sldMk cId="2477686188" sldId="296"/>
        </pc:sldMkLst>
        <pc:spChg chg="add mod">
          <ac:chgData name="Akhilesh Shende" userId="e3593a31e50f0491" providerId="LiveId" clId="{D301EDF7-31DE-4901-B967-525DF5CEB8A7}" dt="2025-12-08T18:04:08.878" v="1808" actId="1036"/>
          <ac:spMkLst>
            <pc:docMk/>
            <pc:sldMk cId="2477686188" sldId="296"/>
            <ac:spMk id="2" creationId="{818E92BB-B30E-E871-8CB6-0004F4D64575}"/>
          </ac:spMkLst>
        </pc:spChg>
        <pc:spChg chg="add mod">
          <ac:chgData name="Akhilesh Shende" userId="e3593a31e50f0491" providerId="LiveId" clId="{D301EDF7-31DE-4901-B967-525DF5CEB8A7}" dt="2025-12-08T18:03:59.308" v="1796" actId="12788"/>
          <ac:spMkLst>
            <pc:docMk/>
            <pc:sldMk cId="2477686188" sldId="296"/>
            <ac:spMk id="3" creationId="{0CA58062-5217-2187-9B2B-5996F86080D7}"/>
          </ac:spMkLst>
        </pc:spChg>
      </pc:sldChg>
      <pc:sldChg chg="addSp delSp modSp add del mod">
        <pc:chgData name="Akhilesh Shende" userId="e3593a31e50f0491" providerId="LiveId" clId="{D301EDF7-31DE-4901-B967-525DF5CEB8A7}" dt="2025-12-08T18:08:35.735" v="1880" actId="47"/>
        <pc:sldMkLst>
          <pc:docMk/>
          <pc:sldMk cId="4154573333" sldId="297"/>
        </pc:sldMkLst>
        <pc:spChg chg="add del mod">
          <ac:chgData name="Akhilesh Shende" userId="e3593a31e50f0491" providerId="LiveId" clId="{D301EDF7-31DE-4901-B967-525DF5CEB8A7}" dt="2025-12-08T18:08:28.323" v="1879" actId="21"/>
          <ac:spMkLst>
            <pc:docMk/>
            <pc:sldMk cId="4154573333" sldId="297"/>
            <ac:spMk id="2" creationId="{8EB722B2-1F30-C3AB-D490-AAA888B7DCEE}"/>
          </ac:spMkLst>
        </pc:spChg>
        <pc:spChg chg="add del mod">
          <ac:chgData name="Akhilesh Shende" userId="e3593a31e50f0491" providerId="LiveId" clId="{D301EDF7-31DE-4901-B967-525DF5CEB8A7}" dt="2025-12-08T18:08:28.323" v="1879" actId="21"/>
          <ac:spMkLst>
            <pc:docMk/>
            <pc:sldMk cId="4154573333" sldId="297"/>
            <ac:spMk id="3" creationId="{684C4E50-ABF2-E822-D6BB-CFD049F84480}"/>
          </ac:spMkLst>
        </pc:spChg>
        <pc:spChg chg="add del mod">
          <ac:chgData name="Akhilesh Shende" userId="e3593a31e50f0491" providerId="LiveId" clId="{D301EDF7-31DE-4901-B967-525DF5CEB8A7}" dt="2025-12-08T18:08:28.323" v="1879" actId="21"/>
          <ac:spMkLst>
            <pc:docMk/>
            <pc:sldMk cId="4154573333" sldId="297"/>
            <ac:spMk id="5" creationId="{15BDCF77-E7D0-F727-C39B-FD42BD5EFAA0}"/>
          </ac:spMkLst>
        </pc:spChg>
        <pc:spChg chg="add del mod">
          <ac:chgData name="Akhilesh Shende" userId="e3593a31e50f0491" providerId="LiveId" clId="{D301EDF7-31DE-4901-B967-525DF5CEB8A7}" dt="2025-12-08T18:08:28.323" v="1879" actId="21"/>
          <ac:spMkLst>
            <pc:docMk/>
            <pc:sldMk cId="4154573333" sldId="297"/>
            <ac:spMk id="6" creationId="{1D826AE0-F598-8375-D649-BB06973DA85B}"/>
          </ac:spMkLst>
        </pc:spChg>
        <pc:picChg chg="add del mod">
          <ac:chgData name="Akhilesh Shende" userId="e3593a31e50f0491" providerId="LiveId" clId="{D301EDF7-31DE-4901-B967-525DF5CEB8A7}" dt="2025-12-08T18:08:28.323" v="1879" actId="21"/>
          <ac:picMkLst>
            <pc:docMk/>
            <pc:sldMk cId="4154573333" sldId="297"/>
            <ac:picMk id="4" creationId="{48D43155-CB8B-6DEC-4747-B5F899511CEC}"/>
          </ac:picMkLst>
        </pc:picChg>
        <pc:picChg chg="del">
          <ac:chgData name="Akhilesh Shende" userId="e3593a31e50f0491" providerId="LiveId" clId="{D301EDF7-31DE-4901-B967-525DF5CEB8A7}" dt="2025-12-08T18:08:28.323" v="1879" actId="21"/>
          <ac:picMkLst>
            <pc:docMk/>
            <pc:sldMk cId="4154573333" sldId="297"/>
            <ac:picMk id="8" creationId="{A70FE4A6-9BCF-81AD-49AA-D6BAF57B9BA7}"/>
          </ac:picMkLst>
        </pc:picChg>
      </pc:sldChg>
      <pc:sldChg chg="addSp delSp modSp add del mod">
        <pc:chgData name="Akhilesh Shende" userId="e3593a31e50f0491" providerId="LiveId" clId="{D301EDF7-31DE-4901-B967-525DF5CEB8A7}" dt="2025-12-08T18:09:03.888" v="1885" actId="47"/>
        <pc:sldMkLst>
          <pc:docMk/>
          <pc:sldMk cId="3959313626" sldId="298"/>
        </pc:sldMkLst>
        <pc:spChg chg="add del mod">
          <ac:chgData name="Akhilesh Shende" userId="e3593a31e50f0491" providerId="LiveId" clId="{D301EDF7-31DE-4901-B967-525DF5CEB8A7}" dt="2025-12-08T18:08:54.420" v="1884" actId="21"/>
          <ac:spMkLst>
            <pc:docMk/>
            <pc:sldMk cId="3959313626" sldId="298"/>
            <ac:spMk id="5" creationId="{8EB722B2-1F30-C3AB-D490-AAA888B7DCEE}"/>
          </ac:spMkLst>
        </pc:spChg>
        <pc:spChg chg="add del mod">
          <ac:chgData name="Akhilesh Shende" userId="e3593a31e50f0491" providerId="LiveId" clId="{D301EDF7-31DE-4901-B967-525DF5CEB8A7}" dt="2025-12-08T18:08:54.420" v="1884" actId="21"/>
          <ac:spMkLst>
            <pc:docMk/>
            <pc:sldMk cId="3959313626" sldId="298"/>
            <ac:spMk id="6" creationId="{684C4E50-ABF2-E822-D6BB-CFD049F84480}"/>
          </ac:spMkLst>
        </pc:spChg>
        <pc:spChg chg="add del mod">
          <ac:chgData name="Akhilesh Shende" userId="e3593a31e50f0491" providerId="LiveId" clId="{D301EDF7-31DE-4901-B967-525DF5CEB8A7}" dt="2025-12-08T18:08:54.420" v="1884" actId="21"/>
          <ac:spMkLst>
            <pc:docMk/>
            <pc:sldMk cId="3959313626" sldId="298"/>
            <ac:spMk id="7" creationId="{15BDCF77-E7D0-F727-C39B-FD42BD5EFAA0}"/>
          </ac:spMkLst>
        </pc:spChg>
        <pc:spChg chg="add del mod">
          <ac:chgData name="Akhilesh Shende" userId="e3593a31e50f0491" providerId="LiveId" clId="{D301EDF7-31DE-4901-B967-525DF5CEB8A7}" dt="2025-12-08T18:08:54.420" v="1884" actId="21"/>
          <ac:spMkLst>
            <pc:docMk/>
            <pc:sldMk cId="3959313626" sldId="298"/>
            <ac:spMk id="9" creationId="{1D826AE0-F598-8375-D649-BB06973DA85B}"/>
          </ac:spMkLst>
        </pc:spChg>
        <pc:picChg chg="add del mod">
          <ac:chgData name="Akhilesh Shende" userId="e3593a31e50f0491" providerId="LiveId" clId="{D301EDF7-31DE-4901-B967-525DF5CEB8A7}" dt="2025-12-08T18:08:54.420" v="1884" actId="21"/>
          <ac:picMkLst>
            <pc:docMk/>
            <pc:sldMk cId="3959313626" sldId="298"/>
            <ac:picMk id="2" creationId="{48D43155-CB8B-6DEC-4747-B5F899511CEC}"/>
          </ac:picMkLst>
        </pc:picChg>
        <pc:picChg chg="add del mod">
          <ac:chgData name="Akhilesh Shende" userId="e3593a31e50f0491" providerId="LiveId" clId="{D301EDF7-31DE-4901-B967-525DF5CEB8A7}" dt="2025-12-08T18:08:54.420" v="1884" actId="21"/>
          <ac:picMkLst>
            <pc:docMk/>
            <pc:sldMk cId="3959313626" sldId="298"/>
            <ac:picMk id="3" creationId="{A70FE4A6-9BCF-81AD-49AA-D6BAF57B9BA7}"/>
          </ac:picMkLst>
        </pc:picChg>
        <pc:picChg chg="del">
          <ac:chgData name="Akhilesh Shende" userId="e3593a31e50f0491" providerId="LiveId" clId="{D301EDF7-31DE-4901-B967-525DF5CEB8A7}" dt="2025-12-08T18:08:54.420" v="1884" actId="21"/>
          <ac:picMkLst>
            <pc:docMk/>
            <pc:sldMk cId="3959313626" sldId="298"/>
            <ac:picMk id="4" creationId="{EDA0A68B-93C9-AACB-ACD8-FFE8CDDFAC27}"/>
          </ac:picMkLst>
        </pc:picChg>
        <pc:picChg chg="del">
          <ac:chgData name="Akhilesh Shende" userId="e3593a31e50f0491" providerId="LiveId" clId="{D301EDF7-31DE-4901-B967-525DF5CEB8A7}" dt="2025-12-08T18:08:54.420" v="1884" actId="21"/>
          <ac:picMkLst>
            <pc:docMk/>
            <pc:sldMk cId="3959313626" sldId="298"/>
            <ac:picMk id="8" creationId="{4442E5C9-B9BA-F497-C21B-4C7AE5E21E9A}"/>
          </ac:picMkLst>
        </pc:picChg>
      </pc:sldChg>
      <pc:sldChg chg="addSp delSp modSp add del mod">
        <pc:chgData name="Akhilesh Shende" userId="e3593a31e50f0491" providerId="LiveId" clId="{D301EDF7-31DE-4901-B967-525DF5CEB8A7}" dt="2025-12-08T18:09:31.602" v="1891" actId="47"/>
        <pc:sldMkLst>
          <pc:docMk/>
          <pc:sldMk cId="2402941431" sldId="299"/>
        </pc:sldMkLst>
        <pc:spChg chg="add del mod">
          <ac:chgData name="Akhilesh Shende" userId="e3593a31e50f0491" providerId="LiveId" clId="{D301EDF7-31DE-4901-B967-525DF5CEB8A7}" dt="2025-12-08T18:09:28.176" v="1890" actId="21"/>
          <ac:spMkLst>
            <pc:docMk/>
            <pc:sldMk cId="2402941431" sldId="299"/>
            <ac:spMk id="7" creationId="{8EB722B2-1F30-C3AB-D490-AAA888B7DCEE}"/>
          </ac:spMkLst>
        </pc:spChg>
        <pc:spChg chg="add del mod">
          <ac:chgData name="Akhilesh Shende" userId="e3593a31e50f0491" providerId="LiveId" clId="{D301EDF7-31DE-4901-B967-525DF5CEB8A7}" dt="2025-12-08T18:09:28.176" v="1890" actId="21"/>
          <ac:spMkLst>
            <pc:docMk/>
            <pc:sldMk cId="2402941431" sldId="299"/>
            <ac:spMk id="9" creationId="{684C4E50-ABF2-E822-D6BB-CFD049F84480}"/>
          </ac:spMkLst>
        </pc:spChg>
        <pc:spChg chg="add del mod">
          <ac:chgData name="Akhilesh Shende" userId="e3593a31e50f0491" providerId="LiveId" clId="{D301EDF7-31DE-4901-B967-525DF5CEB8A7}" dt="2025-12-08T18:09:28.176" v="1890" actId="21"/>
          <ac:spMkLst>
            <pc:docMk/>
            <pc:sldMk cId="2402941431" sldId="299"/>
            <ac:spMk id="10" creationId="{15BDCF77-E7D0-F727-C39B-FD42BD5EFAA0}"/>
          </ac:spMkLst>
        </pc:spChg>
        <pc:spChg chg="add del mod">
          <ac:chgData name="Akhilesh Shende" userId="e3593a31e50f0491" providerId="LiveId" clId="{D301EDF7-31DE-4901-B967-525DF5CEB8A7}" dt="2025-12-08T18:09:28.176" v="1890" actId="21"/>
          <ac:spMkLst>
            <pc:docMk/>
            <pc:sldMk cId="2402941431" sldId="299"/>
            <ac:spMk id="11" creationId="{1D826AE0-F598-8375-D649-BB06973DA85B}"/>
          </ac:spMkLst>
        </pc:spChg>
        <pc:picChg chg="add del mod">
          <ac:chgData name="Akhilesh Shende" userId="e3593a31e50f0491" providerId="LiveId" clId="{D301EDF7-31DE-4901-B967-525DF5CEB8A7}" dt="2025-12-08T18:09:28.176" v="1890" actId="21"/>
          <ac:picMkLst>
            <pc:docMk/>
            <pc:sldMk cId="2402941431" sldId="299"/>
            <ac:picMk id="2" creationId="{EDA0A68B-93C9-AACB-ACD8-FFE8CDDFAC27}"/>
          </ac:picMkLst>
        </pc:picChg>
        <pc:picChg chg="add del mod">
          <ac:chgData name="Akhilesh Shende" userId="e3593a31e50f0491" providerId="LiveId" clId="{D301EDF7-31DE-4901-B967-525DF5CEB8A7}" dt="2025-12-08T18:09:28.176" v="1890" actId="21"/>
          <ac:picMkLst>
            <pc:docMk/>
            <pc:sldMk cId="2402941431" sldId="299"/>
            <ac:picMk id="3" creationId="{4442E5C9-B9BA-F497-C21B-4C7AE5E21E9A}"/>
          </ac:picMkLst>
        </pc:picChg>
        <pc:picChg chg="del">
          <ac:chgData name="Akhilesh Shende" userId="e3593a31e50f0491" providerId="LiveId" clId="{D301EDF7-31DE-4901-B967-525DF5CEB8A7}" dt="2025-12-08T18:09:28.176" v="1890" actId="21"/>
          <ac:picMkLst>
            <pc:docMk/>
            <pc:sldMk cId="2402941431" sldId="299"/>
            <ac:picMk id="4" creationId="{8307897D-EC26-54A5-F1CD-6D6C5B087AAF}"/>
          </ac:picMkLst>
        </pc:picChg>
        <pc:picChg chg="add del mod">
          <ac:chgData name="Akhilesh Shende" userId="e3593a31e50f0491" providerId="LiveId" clId="{D301EDF7-31DE-4901-B967-525DF5CEB8A7}" dt="2025-12-08T18:09:28.176" v="1890" actId="21"/>
          <ac:picMkLst>
            <pc:docMk/>
            <pc:sldMk cId="2402941431" sldId="299"/>
            <ac:picMk id="5" creationId="{48D43155-CB8B-6DEC-4747-B5F899511CEC}"/>
          </ac:picMkLst>
        </pc:picChg>
        <pc:picChg chg="add del mod">
          <ac:chgData name="Akhilesh Shende" userId="e3593a31e50f0491" providerId="LiveId" clId="{D301EDF7-31DE-4901-B967-525DF5CEB8A7}" dt="2025-12-08T18:09:20.343" v="1889" actId="478"/>
          <ac:picMkLst>
            <pc:docMk/>
            <pc:sldMk cId="2402941431" sldId="299"/>
            <ac:picMk id="6" creationId="{A70FE4A6-9BCF-81AD-49AA-D6BAF57B9BA7}"/>
          </ac:picMkLst>
        </pc:picChg>
        <pc:picChg chg="del">
          <ac:chgData name="Akhilesh Shende" userId="e3593a31e50f0491" providerId="LiveId" clId="{D301EDF7-31DE-4901-B967-525DF5CEB8A7}" dt="2025-12-08T18:09:28.176" v="1890" actId="21"/>
          <ac:picMkLst>
            <pc:docMk/>
            <pc:sldMk cId="2402941431" sldId="299"/>
            <ac:picMk id="8" creationId="{352FA0A1-4B68-A7EB-E802-8BB01D09CCE2}"/>
          </ac:picMkLst>
        </pc:picChg>
      </pc:sldChg>
      <pc:sldChg chg="addSp delSp modSp add del mod">
        <pc:chgData name="Akhilesh Shende" userId="e3593a31e50f0491" providerId="LiveId" clId="{D301EDF7-31DE-4901-B967-525DF5CEB8A7}" dt="2025-12-08T18:10:00.419" v="1896" actId="47"/>
        <pc:sldMkLst>
          <pc:docMk/>
          <pc:sldMk cId="652346868" sldId="300"/>
        </pc:sldMkLst>
        <pc:spChg chg="add del mod">
          <ac:chgData name="Akhilesh Shende" userId="e3593a31e50f0491" providerId="LiveId" clId="{D301EDF7-31DE-4901-B967-525DF5CEB8A7}" dt="2025-12-08T18:09:57.437" v="1895" actId="21"/>
          <ac:spMkLst>
            <pc:docMk/>
            <pc:sldMk cId="652346868" sldId="300"/>
            <ac:spMk id="9" creationId="{8EB722B2-1F30-C3AB-D490-AAA888B7DCEE}"/>
          </ac:spMkLst>
        </pc:spChg>
        <pc:spChg chg="add del mod">
          <ac:chgData name="Akhilesh Shende" userId="e3593a31e50f0491" providerId="LiveId" clId="{D301EDF7-31DE-4901-B967-525DF5CEB8A7}" dt="2025-12-08T18:09:57.437" v="1895" actId="21"/>
          <ac:spMkLst>
            <pc:docMk/>
            <pc:sldMk cId="652346868" sldId="300"/>
            <ac:spMk id="10" creationId="{684C4E50-ABF2-E822-D6BB-CFD049F84480}"/>
          </ac:spMkLst>
        </pc:spChg>
        <pc:spChg chg="add del mod">
          <ac:chgData name="Akhilesh Shende" userId="e3593a31e50f0491" providerId="LiveId" clId="{D301EDF7-31DE-4901-B967-525DF5CEB8A7}" dt="2025-12-08T18:09:57.437" v="1895" actId="21"/>
          <ac:spMkLst>
            <pc:docMk/>
            <pc:sldMk cId="652346868" sldId="300"/>
            <ac:spMk id="11" creationId="{15BDCF77-E7D0-F727-C39B-FD42BD5EFAA0}"/>
          </ac:spMkLst>
        </pc:spChg>
        <pc:spChg chg="add del mod">
          <ac:chgData name="Akhilesh Shende" userId="e3593a31e50f0491" providerId="LiveId" clId="{D301EDF7-31DE-4901-B967-525DF5CEB8A7}" dt="2025-12-08T18:09:57.437" v="1895" actId="21"/>
          <ac:spMkLst>
            <pc:docMk/>
            <pc:sldMk cId="652346868" sldId="300"/>
            <ac:spMk id="12" creationId="{1D826AE0-F598-8375-D649-BB06973DA85B}"/>
          </ac:spMkLst>
        </pc:spChg>
        <pc:picChg chg="add mod">
          <ac:chgData name="Akhilesh Shende" userId="e3593a31e50f0491" providerId="LiveId" clId="{D301EDF7-31DE-4901-B967-525DF5CEB8A7}" dt="2025-12-08T18:09:36.780" v="1892"/>
          <ac:picMkLst>
            <pc:docMk/>
            <pc:sldMk cId="652346868" sldId="300"/>
            <ac:picMk id="2" creationId="{8307897D-EC26-54A5-F1CD-6D6C5B087AAF}"/>
          </ac:picMkLst>
        </pc:picChg>
        <pc:picChg chg="add mod">
          <ac:chgData name="Akhilesh Shende" userId="e3593a31e50f0491" providerId="LiveId" clId="{D301EDF7-31DE-4901-B967-525DF5CEB8A7}" dt="2025-12-08T18:09:36.780" v="1892"/>
          <ac:picMkLst>
            <pc:docMk/>
            <pc:sldMk cId="652346868" sldId="300"/>
            <ac:picMk id="3" creationId="{352FA0A1-4B68-A7EB-E802-8BB01D09CCE2}"/>
          </ac:picMkLst>
        </pc:picChg>
        <pc:picChg chg="add mod">
          <ac:chgData name="Akhilesh Shende" userId="e3593a31e50f0491" providerId="LiveId" clId="{D301EDF7-31DE-4901-B967-525DF5CEB8A7}" dt="2025-12-08T18:09:36.780" v="1892"/>
          <ac:picMkLst>
            <pc:docMk/>
            <pc:sldMk cId="652346868" sldId="300"/>
            <ac:picMk id="5" creationId="{EDA0A68B-93C9-AACB-ACD8-FFE8CDDFAC27}"/>
          </ac:picMkLst>
        </pc:picChg>
        <pc:picChg chg="add mod">
          <ac:chgData name="Akhilesh Shende" userId="e3593a31e50f0491" providerId="LiveId" clId="{D301EDF7-31DE-4901-B967-525DF5CEB8A7}" dt="2025-12-08T18:09:36.780" v="1892"/>
          <ac:picMkLst>
            <pc:docMk/>
            <pc:sldMk cId="652346868" sldId="300"/>
            <ac:picMk id="6" creationId="{4442E5C9-B9BA-F497-C21B-4C7AE5E21E9A}"/>
          </ac:picMkLst>
        </pc:picChg>
        <pc:picChg chg="add mod">
          <ac:chgData name="Akhilesh Shende" userId="e3593a31e50f0491" providerId="LiveId" clId="{D301EDF7-31DE-4901-B967-525DF5CEB8A7}" dt="2025-12-08T18:09:40.815" v="1894" actId="962"/>
          <ac:picMkLst>
            <pc:docMk/>
            <pc:sldMk cId="652346868" sldId="300"/>
            <ac:picMk id="7" creationId="{48D43155-CB8B-6DEC-4747-B5F899511CEC}"/>
          </ac:picMkLst>
        </pc:picChg>
      </pc:sldChg>
      <pc:sldChg chg="addSp delSp modSp add mod">
        <pc:chgData name="Akhilesh Shende" userId="e3593a31e50f0491" providerId="LiveId" clId="{D301EDF7-31DE-4901-B967-525DF5CEB8A7}" dt="2025-12-08T18:36:09.781" v="2295" actId="465"/>
        <pc:sldMkLst>
          <pc:docMk/>
          <pc:sldMk cId="2861273820" sldId="301"/>
        </pc:sldMkLst>
        <pc:spChg chg="add mod">
          <ac:chgData name="Akhilesh Shende" userId="e3593a31e50f0491" providerId="LiveId" clId="{D301EDF7-31DE-4901-B967-525DF5CEB8A7}" dt="2025-12-08T18:36:09.781" v="2295" actId="465"/>
          <ac:spMkLst>
            <pc:docMk/>
            <pc:sldMk cId="2861273820" sldId="301"/>
            <ac:spMk id="2" creationId="{C94F658D-2C43-6730-64B8-75E7F46303D4}"/>
          </ac:spMkLst>
        </pc:spChg>
        <pc:spChg chg="add mod">
          <ac:chgData name="Akhilesh Shende" userId="e3593a31e50f0491" providerId="LiveId" clId="{D301EDF7-31DE-4901-B967-525DF5CEB8A7}" dt="2025-12-08T18:35:28.653" v="2273" actId="12788"/>
          <ac:spMkLst>
            <pc:docMk/>
            <pc:sldMk cId="2861273820" sldId="301"/>
            <ac:spMk id="3" creationId="{9328CE7A-C8D5-A307-7DD3-BB4809B955E3}"/>
          </ac:spMkLst>
        </pc:spChg>
        <pc:spChg chg="add mod">
          <ac:chgData name="Akhilesh Shende" userId="e3593a31e50f0491" providerId="LiveId" clId="{D301EDF7-31DE-4901-B967-525DF5CEB8A7}" dt="2025-12-08T18:21:38.454" v="2049" actId="767"/>
          <ac:spMkLst>
            <pc:docMk/>
            <pc:sldMk cId="2861273820" sldId="301"/>
            <ac:spMk id="5" creationId="{096BC907-FE54-7663-EF81-325F2D831DC7}"/>
          </ac:spMkLst>
        </pc:spChg>
        <pc:spChg chg="add del mod">
          <ac:chgData name="Akhilesh Shende" userId="e3593a31e50f0491" providerId="LiveId" clId="{D301EDF7-31DE-4901-B967-525DF5CEB8A7}" dt="2025-12-08T18:35:43.079" v="2293" actId="478"/>
          <ac:spMkLst>
            <pc:docMk/>
            <pc:sldMk cId="2861273820" sldId="301"/>
            <ac:spMk id="6" creationId="{0D98E26A-2286-91A5-698A-17DF4D299756}"/>
          </ac:spMkLst>
        </pc:spChg>
        <pc:spChg chg="add del mod">
          <ac:chgData name="Akhilesh Shende" userId="e3593a31e50f0491" providerId="LiveId" clId="{D301EDF7-31DE-4901-B967-525DF5CEB8A7}" dt="2025-12-08T18:34:29.171" v="2267" actId="478"/>
          <ac:spMkLst>
            <pc:docMk/>
            <pc:sldMk cId="2861273820" sldId="301"/>
            <ac:spMk id="7" creationId="{1EC1D5B0-6806-D447-39B1-E1CB38EBF581}"/>
          </ac:spMkLst>
        </pc:spChg>
        <pc:spChg chg="add mod">
          <ac:chgData name="Akhilesh Shende" userId="e3593a31e50f0491" providerId="LiveId" clId="{D301EDF7-31DE-4901-B967-525DF5CEB8A7}" dt="2025-12-08T18:35:48.122" v="2294" actId="1076"/>
          <ac:spMkLst>
            <pc:docMk/>
            <pc:sldMk cId="2861273820" sldId="301"/>
            <ac:spMk id="9" creationId="{8EB722B2-1F30-C3AB-D490-AAA888B7DCEE}"/>
          </ac:spMkLst>
        </pc:spChg>
        <pc:spChg chg="add del mod">
          <ac:chgData name="Akhilesh Shende" userId="e3593a31e50f0491" providerId="LiveId" clId="{D301EDF7-31DE-4901-B967-525DF5CEB8A7}" dt="2025-12-08T18:34:35.165" v="2268" actId="478"/>
          <ac:spMkLst>
            <pc:docMk/>
            <pc:sldMk cId="2861273820" sldId="301"/>
            <ac:spMk id="10" creationId="{684C4E50-ABF2-E822-D6BB-CFD049F84480}"/>
          </ac:spMkLst>
        </pc:spChg>
        <pc:spChg chg="add mod">
          <ac:chgData name="Akhilesh Shende" userId="e3593a31e50f0491" providerId="LiveId" clId="{D301EDF7-31DE-4901-B967-525DF5CEB8A7}" dt="2025-12-08T18:36:09.781" v="2295" actId="465"/>
          <ac:spMkLst>
            <pc:docMk/>
            <pc:sldMk cId="2861273820" sldId="301"/>
            <ac:spMk id="11" creationId="{15BDCF77-E7D0-F727-C39B-FD42BD5EFAA0}"/>
          </ac:spMkLst>
        </pc:spChg>
        <pc:spChg chg="add mod">
          <ac:chgData name="Akhilesh Shende" userId="e3593a31e50f0491" providerId="LiveId" clId="{D301EDF7-31DE-4901-B967-525DF5CEB8A7}" dt="2025-12-08T18:36:09.781" v="2295" actId="465"/>
          <ac:spMkLst>
            <pc:docMk/>
            <pc:sldMk cId="2861273820" sldId="301"/>
            <ac:spMk id="12" creationId="{1D826AE0-F598-8375-D649-BB06973DA85B}"/>
          </ac:spMkLst>
        </pc:spChg>
        <pc:spChg chg="add mod">
          <ac:chgData name="Akhilesh Shende" userId="e3593a31e50f0491" providerId="LiveId" clId="{D301EDF7-31DE-4901-B967-525DF5CEB8A7}" dt="2025-12-08T18:24:56.299" v="2071" actId="571"/>
          <ac:spMkLst>
            <pc:docMk/>
            <pc:sldMk cId="2861273820" sldId="301"/>
            <ac:spMk id="13" creationId="{F63E91D3-9AA5-9C4B-31F0-D1E0153D55D6}"/>
          </ac:spMkLst>
        </pc:spChg>
        <pc:spChg chg="add mod">
          <ac:chgData name="Akhilesh Shende" userId="e3593a31e50f0491" providerId="LiveId" clId="{D301EDF7-31DE-4901-B967-525DF5CEB8A7}" dt="2025-12-08T18:24:56.299" v="2071" actId="571"/>
          <ac:spMkLst>
            <pc:docMk/>
            <pc:sldMk cId="2861273820" sldId="301"/>
            <ac:spMk id="14" creationId="{A92D5E57-0CA5-76C1-EF33-33DDD1ABA60B}"/>
          </ac:spMkLst>
        </pc:spChg>
        <pc:spChg chg="add mod">
          <ac:chgData name="Akhilesh Shende" userId="e3593a31e50f0491" providerId="LiveId" clId="{D301EDF7-31DE-4901-B967-525DF5CEB8A7}" dt="2025-12-08T18:24:56.299" v="2071" actId="571"/>
          <ac:spMkLst>
            <pc:docMk/>
            <pc:sldMk cId="2861273820" sldId="301"/>
            <ac:spMk id="15" creationId="{E4B73F25-FA68-86B0-CA1E-C2C5360389C7}"/>
          </ac:spMkLst>
        </pc:spChg>
        <pc:spChg chg="add mod">
          <ac:chgData name="Akhilesh Shende" userId="e3593a31e50f0491" providerId="LiveId" clId="{D301EDF7-31DE-4901-B967-525DF5CEB8A7}" dt="2025-12-08T18:24:56.299" v="2071" actId="571"/>
          <ac:spMkLst>
            <pc:docMk/>
            <pc:sldMk cId="2861273820" sldId="301"/>
            <ac:spMk id="16" creationId="{D88DE59D-C5A9-BC20-EEDB-9456003EF68E}"/>
          </ac:spMkLst>
        </pc:spChg>
        <pc:spChg chg="add mod">
          <ac:chgData name="Akhilesh Shende" userId="e3593a31e50f0491" providerId="LiveId" clId="{D301EDF7-31DE-4901-B967-525DF5CEB8A7}" dt="2025-12-08T18:36:09.781" v="2295" actId="465"/>
          <ac:spMkLst>
            <pc:docMk/>
            <pc:sldMk cId="2861273820" sldId="301"/>
            <ac:spMk id="17" creationId="{AB488248-EA5C-AE40-EAA7-8396FD557C7A}"/>
          </ac:spMkLst>
        </pc:spChg>
        <pc:picChg chg="mod">
          <ac:chgData name="Akhilesh Shende" userId="e3593a31e50f0491" providerId="LiveId" clId="{D301EDF7-31DE-4901-B967-525DF5CEB8A7}" dt="2025-12-08T18:23:39.787" v="2060" actId="465"/>
          <ac:picMkLst>
            <pc:docMk/>
            <pc:sldMk cId="2861273820" sldId="301"/>
            <ac:picMk id="4" creationId="{9FE56FA5-174F-99B0-9BD8-A5589CB9994E}"/>
          </ac:picMkLst>
        </pc:picChg>
      </pc:sldChg>
      <pc:sldChg chg="addSp modSp add mod">
        <pc:chgData name="Akhilesh Shende" userId="e3593a31e50f0491" providerId="LiveId" clId="{D301EDF7-31DE-4901-B967-525DF5CEB8A7}" dt="2025-12-08T18:39:04.024" v="2317" actId="20577"/>
        <pc:sldMkLst>
          <pc:docMk/>
          <pc:sldMk cId="1435348867" sldId="302"/>
        </pc:sldMkLst>
        <pc:spChg chg="add mod">
          <ac:chgData name="Akhilesh Shende" userId="e3593a31e50f0491" providerId="LiveId" clId="{D301EDF7-31DE-4901-B967-525DF5CEB8A7}" dt="2025-12-08T18:31:19.249" v="2251" actId="1036"/>
          <ac:spMkLst>
            <pc:docMk/>
            <pc:sldMk cId="1435348867" sldId="302"/>
            <ac:spMk id="2" creationId="{AA8B8449-2DDF-F0EC-8E86-D4C175AC0DD1}"/>
          </ac:spMkLst>
        </pc:spChg>
        <pc:spChg chg="add mod">
          <ac:chgData name="Akhilesh Shende" userId="e3593a31e50f0491" providerId="LiveId" clId="{D301EDF7-31DE-4901-B967-525DF5CEB8A7}" dt="2025-12-08T18:30:40.421" v="2202" actId="12788"/>
          <ac:spMkLst>
            <pc:docMk/>
            <pc:sldMk cId="1435348867" sldId="302"/>
            <ac:spMk id="3" creationId="{E04AEF71-26DE-7820-1DFA-E1C94AB8E2FA}"/>
          </ac:spMkLst>
        </pc:spChg>
        <pc:spChg chg="add mod">
          <ac:chgData name="Akhilesh Shende" userId="e3593a31e50f0491" providerId="LiveId" clId="{D301EDF7-31DE-4901-B967-525DF5CEB8A7}" dt="2025-12-08T18:36:23.745" v="2296" actId="12"/>
          <ac:spMkLst>
            <pc:docMk/>
            <pc:sldMk cId="1435348867" sldId="302"/>
            <ac:spMk id="5" creationId="{1EE6FFFE-5219-E1B7-CC2B-F5B977D5C6B6}"/>
          </ac:spMkLst>
        </pc:spChg>
        <pc:spChg chg="add mod">
          <ac:chgData name="Akhilesh Shende" userId="e3593a31e50f0491" providerId="LiveId" clId="{D301EDF7-31DE-4901-B967-525DF5CEB8A7}" dt="2025-12-08T18:39:04.024" v="2317" actId="20577"/>
          <ac:spMkLst>
            <pc:docMk/>
            <pc:sldMk cId="1435348867" sldId="302"/>
            <ac:spMk id="6" creationId="{7CBE2F62-730C-5456-C990-8ADFF5F48098}"/>
          </ac:spMkLst>
        </pc:spChg>
        <pc:picChg chg="mod">
          <ac:chgData name="Akhilesh Shende" userId="e3593a31e50f0491" providerId="LiveId" clId="{D301EDF7-31DE-4901-B967-525DF5CEB8A7}" dt="2025-12-08T18:30:07.412" v="2160" actId="1076"/>
          <ac:picMkLst>
            <pc:docMk/>
            <pc:sldMk cId="1435348867" sldId="302"/>
            <ac:picMk id="4" creationId="{D78C142C-CB96-8AEB-EA85-9F9436915EE2}"/>
          </ac:picMkLst>
        </pc:picChg>
      </pc:sldChg>
      <pc:sldChg chg="add">
        <pc:chgData name="Akhilesh Shende" userId="e3593a31e50f0491" providerId="LiveId" clId="{D301EDF7-31DE-4901-B967-525DF5CEB8A7}" dt="2025-12-08T14:32:00.447" v="1566"/>
        <pc:sldMkLst>
          <pc:docMk/>
          <pc:sldMk cId="1427467175" sldId="303"/>
        </pc:sldMkLst>
      </pc:sldChg>
      <pc:sldChg chg="add">
        <pc:chgData name="Akhilesh Shende" userId="e3593a31e50f0491" providerId="LiveId" clId="{D301EDF7-31DE-4901-B967-525DF5CEB8A7}" dt="2025-12-08T14:32:00.631" v="1567"/>
        <pc:sldMkLst>
          <pc:docMk/>
          <pc:sldMk cId="4081849154" sldId="304"/>
        </pc:sldMkLst>
      </pc:sldChg>
      <pc:sldChg chg="add">
        <pc:chgData name="Akhilesh Shende" userId="e3593a31e50f0491" providerId="LiveId" clId="{D301EDF7-31DE-4901-B967-525DF5CEB8A7}" dt="2025-12-08T14:32:00.786" v="1568"/>
        <pc:sldMkLst>
          <pc:docMk/>
          <pc:sldMk cId="79130882" sldId="30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821445-145D-8E4F-024B-9C00CB457F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15050" y="5982277"/>
            <a:ext cx="257175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istudio.google.com/" TargetMode="External"/><Relationship Id="rId4" Type="http://schemas.openxmlformats.org/officeDocument/2006/relationships/hyperlink" Target="https://platform.openai.com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56062-F6CC-96B6-4919-314034E5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07008E01-5CC6-2A64-25F3-D9DB6E966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F33874-1909-1D80-5981-A51D750EF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E8EE3E-0836-BA1A-A28E-61586C943D4C}"/>
              </a:ext>
            </a:extLst>
          </p:cNvPr>
          <p:cNvSpPr txBox="1"/>
          <p:nvPr/>
        </p:nvSpPr>
        <p:spPr>
          <a:xfrm>
            <a:off x="1370226" y="894736"/>
            <a:ext cx="64035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 Full-Stack AI Engineer Essentials</a:t>
            </a:r>
            <a:endParaRPr lang="en-US" sz="3600" dirty="0"/>
          </a:p>
          <a:p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0F2625-B1B9-0FC2-8042-BF9005811363}"/>
              </a:ext>
            </a:extLst>
          </p:cNvPr>
          <p:cNvSpPr txBox="1"/>
          <p:nvPr/>
        </p:nvSpPr>
        <p:spPr>
          <a:xfrm>
            <a:off x="234340" y="2267238"/>
            <a:ext cx="46506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600"/>
            </a:pPr>
            <a:r>
              <a:rPr lang="en-US" sz="2000" b="1" dirty="0"/>
              <a:t>With Hands-On Coding Examples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1600"/>
            </a:pPr>
            <a:r>
              <a:rPr lang="en-US" sz="2000" dirty="0"/>
              <a:t>Presented by: Akhilesh Shende</a:t>
            </a:r>
          </a:p>
        </p:txBody>
      </p:sp>
    </p:spTree>
    <p:extLst>
      <p:ext uri="{BB962C8B-B14F-4D97-AF65-F5344CB8AC3E}">
        <p14:creationId xmlns:p14="http://schemas.microsoft.com/office/powerpoint/2010/main" val="2043551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0FEC1-B604-2732-9C29-15781849D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32F6DBCD-B501-CE69-5FD2-41361DF48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301E22-C070-2DF7-1BBE-AE9EECE58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0704C7-5376-C63E-BB76-48B37AC8EAD3}"/>
              </a:ext>
            </a:extLst>
          </p:cNvPr>
          <p:cNvSpPr txBox="1"/>
          <p:nvPr/>
        </p:nvSpPr>
        <p:spPr>
          <a:xfrm>
            <a:off x="1297796" y="894736"/>
            <a:ext cx="3834704" cy="6863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sz="1600" b="1" dirty="0"/>
            </a:br>
            <a:r>
              <a:rPr lang="en-US" b="1" dirty="0"/>
              <a:t>1️⃣ Foundations – Python</a:t>
            </a:r>
          </a:p>
          <a:p>
            <a:endParaRPr lang="en-US" dirty="0"/>
          </a:p>
          <a:p>
            <a:r>
              <a:rPr lang="en-US" b="1" dirty="0"/>
              <a:t>2️⃣ AI Fundamentals</a:t>
            </a:r>
          </a:p>
          <a:p>
            <a:endParaRPr lang="en-US" b="1" dirty="0"/>
          </a:p>
          <a:p>
            <a:r>
              <a:rPr lang="en-US" b="1" dirty="0"/>
              <a:t>3️⃣ Prompt Engineering</a:t>
            </a:r>
          </a:p>
          <a:p>
            <a:endParaRPr lang="en-US" dirty="0"/>
          </a:p>
          <a:p>
            <a:r>
              <a:rPr lang="en-US" b="1" dirty="0"/>
              <a:t>4️⃣ Working with APIs &amp; Local Models</a:t>
            </a:r>
          </a:p>
          <a:p>
            <a:endParaRPr lang="en-US" dirty="0"/>
          </a:p>
          <a:p>
            <a:r>
              <a:rPr lang="en-US" b="1" dirty="0"/>
              <a:t>5️⃣ Agents</a:t>
            </a:r>
          </a:p>
          <a:p>
            <a:endParaRPr lang="en-US" dirty="0"/>
          </a:p>
          <a:p>
            <a:r>
              <a:rPr lang="en-US" b="1" dirty="0"/>
              <a:t>6️⃣ RAG Systems</a:t>
            </a:r>
          </a:p>
          <a:p>
            <a:endParaRPr lang="en-US" dirty="0"/>
          </a:p>
          <a:p>
            <a:r>
              <a:rPr lang="en-US" b="1" dirty="0"/>
              <a:t>7️⃣ LangGraph &amp; Memory</a:t>
            </a:r>
          </a:p>
          <a:p>
            <a:endParaRPr lang="en-US" dirty="0"/>
          </a:p>
          <a:p>
            <a:r>
              <a:rPr lang="en-US" b="1" dirty="0"/>
              <a:t>8️⃣ Conversational &amp; Multi-Modal AI</a:t>
            </a:r>
          </a:p>
          <a:p>
            <a:endParaRPr lang="en-US" dirty="0"/>
          </a:p>
          <a:p>
            <a:r>
              <a:rPr lang="en-US" b="1" dirty="0"/>
              <a:t>9️⃣ Model Context Protocol (MCP)</a:t>
            </a:r>
          </a:p>
          <a:p>
            <a:endParaRPr lang="en-US" dirty="0"/>
          </a:p>
          <a:p>
            <a:r>
              <a:rPr lang="en-US" b="1" dirty="0"/>
              <a:t>🔟 Capstone Projects</a:t>
            </a:r>
            <a:endParaRPr lang="en-US" dirty="0"/>
          </a:p>
          <a:p>
            <a:endParaRPr lang="en-US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ABD155-98A4-908C-7759-C899BE71D766}"/>
              </a:ext>
            </a:extLst>
          </p:cNvPr>
          <p:cNvSpPr txBox="1"/>
          <p:nvPr/>
        </p:nvSpPr>
        <p:spPr>
          <a:xfrm>
            <a:off x="2762864" y="137652"/>
            <a:ext cx="2926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Course Contents</a:t>
            </a:r>
          </a:p>
        </p:txBody>
      </p:sp>
    </p:spTree>
    <p:extLst>
      <p:ext uri="{BB962C8B-B14F-4D97-AF65-F5344CB8AC3E}">
        <p14:creationId xmlns:p14="http://schemas.microsoft.com/office/powerpoint/2010/main" val="3419063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0CBC3-6609-7DC1-143C-08BCF37A4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F9225213-F24A-6306-F7DC-4B6B74929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7413AB-F1DB-13F0-7C69-DEC463167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97274C-C2C1-B6F4-4396-AD5050918CDC}"/>
              </a:ext>
            </a:extLst>
          </p:cNvPr>
          <p:cNvSpPr txBox="1"/>
          <p:nvPr/>
        </p:nvSpPr>
        <p:spPr>
          <a:xfrm>
            <a:off x="1590208" y="137652"/>
            <a:ext cx="5271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Large Language Models - LLMs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FA2D6B-729A-F4DF-45EC-98416CA2F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16536"/>
            <a:ext cx="9144000" cy="502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5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E8C7D-BDAE-CD49-CB7D-1E562F27B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3B17E59E-BAA8-BC9B-F2F6-9AFC7B8A2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5538E1-317E-5B89-AB34-336EEA73C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A33AB4-1D41-0961-A3CE-0DF046396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58297"/>
            <a:ext cx="9144000" cy="51414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32F71B-EE0E-6DB6-42C1-1A3720F400C8}"/>
              </a:ext>
            </a:extLst>
          </p:cNvPr>
          <p:cNvSpPr txBox="1"/>
          <p:nvPr/>
        </p:nvSpPr>
        <p:spPr>
          <a:xfrm>
            <a:off x="1377657" y="290052"/>
            <a:ext cx="63390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Transformer Architecture - Simplified</a:t>
            </a:r>
          </a:p>
        </p:txBody>
      </p:sp>
    </p:spTree>
    <p:extLst>
      <p:ext uri="{BB962C8B-B14F-4D97-AF65-F5344CB8AC3E}">
        <p14:creationId xmlns:p14="http://schemas.microsoft.com/office/powerpoint/2010/main" val="4180485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C85F8-E1F4-3D28-3C07-21C7B52F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89C582B2-36ED-02A6-007B-09B0FA6B9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9CA81E-7F80-DEC1-C542-65824D1BA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880D09-C475-12C9-05B5-E562CC527DFB}"/>
              </a:ext>
            </a:extLst>
          </p:cNvPr>
          <p:cNvSpPr txBox="1"/>
          <p:nvPr/>
        </p:nvSpPr>
        <p:spPr>
          <a:xfrm>
            <a:off x="617103" y="1376517"/>
            <a:ext cx="7909794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Pays Attention:</a:t>
            </a:r>
            <a:r>
              <a:rPr lang="en-US" dirty="0"/>
              <a:t> Just like you might pay extra attention to important parts of a </a:t>
            </a:r>
          </a:p>
          <a:p>
            <a:r>
              <a:rPr lang="en-US" dirty="0"/>
              <a:t>story, the transformer pays attention to important words in a sentence.</a:t>
            </a:r>
          </a:p>
          <a:p>
            <a:endParaRPr lang="en-US" dirty="0"/>
          </a:p>
          <a:p>
            <a:r>
              <a:rPr lang="en-US" b="1" dirty="0"/>
              <a:t>2. Understands Context:</a:t>
            </a:r>
            <a:r>
              <a:rPr lang="en-US" dirty="0"/>
              <a:t> The transformer looks at all the words in the sentence </a:t>
            </a:r>
          </a:p>
          <a:p>
            <a:r>
              <a:rPr lang="en-US" dirty="0"/>
              <a:t>together, not one after the other. This helps it understand how words depend </a:t>
            </a:r>
          </a:p>
          <a:p>
            <a:r>
              <a:rPr lang="en-US" dirty="0"/>
              <a:t>on each other.</a:t>
            </a:r>
          </a:p>
          <a:p>
            <a:endParaRPr lang="en-US" dirty="0"/>
          </a:p>
          <a:p>
            <a:r>
              <a:rPr lang="en-US" b="1" dirty="0"/>
              <a:t>3.</a:t>
            </a:r>
            <a:r>
              <a:rPr lang="en-US" dirty="0"/>
              <a:t> </a:t>
            </a:r>
            <a:r>
              <a:rPr lang="en-US" b="1" dirty="0"/>
              <a:t>Weighs Relationships:</a:t>
            </a:r>
            <a:r>
              <a:rPr lang="en-US" dirty="0"/>
              <a:t> It figures out how words are related to each other. </a:t>
            </a:r>
          </a:p>
          <a:p>
            <a:r>
              <a:rPr lang="en-US" dirty="0"/>
              <a:t>For example, if the sentence is about a cat and a mouse, it knows that these </a:t>
            </a:r>
          </a:p>
          <a:p>
            <a:r>
              <a:rPr lang="en-US" dirty="0"/>
              <a:t>words are connected.</a:t>
            </a:r>
          </a:p>
          <a:p>
            <a:endParaRPr lang="en-US" dirty="0"/>
          </a:p>
          <a:p>
            <a:r>
              <a:rPr lang="en-US" b="1" dirty="0"/>
              <a:t>4. Combines Insights:</a:t>
            </a:r>
            <a:r>
              <a:rPr lang="en-US" dirty="0"/>
              <a:t> The transformer combines all this knowledge to understand </a:t>
            </a:r>
          </a:p>
          <a:p>
            <a:r>
              <a:rPr lang="en-US" dirty="0"/>
              <a:t>the whole story and how words fit together.</a:t>
            </a:r>
          </a:p>
          <a:p>
            <a:endParaRPr lang="en-US" dirty="0"/>
          </a:p>
          <a:p>
            <a:r>
              <a:rPr lang="en-US" b="1" dirty="0"/>
              <a:t>5. Predicts Next Steps:</a:t>
            </a:r>
            <a:r>
              <a:rPr lang="en-US" dirty="0"/>
              <a:t> With its understanding, it can even guess what words </a:t>
            </a:r>
          </a:p>
          <a:p>
            <a:r>
              <a:rPr lang="en-US" dirty="0"/>
              <a:t>might come next in the story.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0B2521-0C09-7C50-9786-EA4CEA1CB9F4}"/>
              </a:ext>
            </a:extLst>
          </p:cNvPr>
          <p:cNvSpPr txBox="1"/>
          <p:nvPr/>
        </p:nvSpPr>
        <p:spPr>
          <a:xfrm>
            <a:off x="1377657" y="290052"/>
            <a:ext cx="63390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Transformer Architecture - Simplified</a:t>
            </a:r>
          </a:p>
        </p:txBody>
      </p:sp>
    </p:spTree>
    <p:extLst>
      <p:ext uri="{BB962C8B-B14F-4D97-AF65-F5344CB8AC3E}">
        <p14:creationId xmlns:p14="http://schemas.microsoft.com/office/powerpoint/2010/main" val="173001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A1463-D25E-2B2C-32F3-85AF3813E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A09FFA03-99C0-3FD2-1ABA-432C1D502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811A4C-2EE2-0747-CF5A-4DA4B4ED7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42B04B-7C4E-E0F6-C6D0-861B76B8D356}"/>
              </a:ext>
            </a:extLst>
          </p:cNvPr>
          <p:cNvSpPr txBox="1"/>
          <p:nvPr/>
        </p:nvSpPr>
        <p:spPr>
          <a:xfrm>
            <a:off x="1942940" y="290052"/>
            <a:ext cx="52084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Tokenization/De-Tokenization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139A3-C64A-3B0E-E120-118A2794B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21774"/>
            <a:ext cx="8229600" cy="5816063"/>
          </a:xfrm>
        </p:spPr>
        <p:txBody>
          <a:bodyPr/>
          <a:lstStyle/>
          <a:p>
            <a:pPr marL="0" indent="0">
              <a:buNone/>
            </a:pPr>
            <a:r>
              <a:rPr sz="1800" dirty="0"/>
              <a:t>• Tokenization breaks text into smaller units called tokens.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sz="1800" dirty="0"/>
              <a:t> Tokens can be words, sub words, or characters.</a:t>
            </a:r>
          </a:p>
          <a:p>
            <a:pPr marL="0" indent="0">
              <a:buNone/>
            </a:pPr>
            <a:r>
              <a:rPr sz="1800" dirty="0"/>
              <a:t>• Models process text using these token IDs instead of raw text.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• Each token maps to a unique numeric ID from the tokenizer's vocabulary.</a:t>
            </a:r>
          </a:p>
          <a:p>
            <a:pPr marL="0" indent="0">
              <a:buNone/>
            </a:pPr>
            <a:r>
              <a:rPr lang="en-US" sz="1800" dirty="0"/>
              <a:t>• Example: 'Hello' → 15496, 'world' → 995, '!' → 0.</a:t>
            </a:r>
          </a:p>
          <a:p>
            <a:pPr marL="0" indent="0">
              <a:buNone/>
            </a:pPr>
            <a:r>
              <a:rPr lang="en-US" sz="1800" dirty="0"/>
              <a:t>• The model uses these numbers during inference and training.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• Detokenization converts token IDs back into readable text.</a:t>
            </a:r>
          </a:p>
          <a:p>
            <a:pPr marL="0" indent="0">
              <a:buNone/>
            </a:pPr>
            <a:r>
              <a:rPr lang="en-US" sz="1800" dirty="0"/>
              <a:t>• The reverse mapping reconstructs words and spacing.</a:t>
            </a:r>
          </a:p>
          <a:p>
            <a:pPr marL="0" indent="0">
              <a:buNone/>
            </a:pPr>
            <a:r>
              <a:rPr lang="en-US" sz="1800" dirty="0"/>
              <a:t>• Example: [15496, 995, 0] → 'Hello world!’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Code: tokenization</a:t>
            </a:r>
            <a:endParaRPr sz="1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38211B-11CB-EFA2-40B0-C692B44A259A}"/>
              </a:ext>
            </a:extLst>
          </p:cNvPr>
          <p:cNvSpPr/>
          <p:nvPr/>
        </p:nvSpPr>
        <p:spPr>
          <a:xfrm>
            <a:off x="914400" y="1347013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Hello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8304E3-DB30-2667-3365-A5067FB05664}"/>
              </a:ext>
            </a:extLst>
          </p:cNvPr>
          <p:cNvSpPr/>
          <p:nvPr/>
        </p:nvSpPr>
        <p:spPr>
          <a:xfrm>
            <a:off x="2103120" y="1347013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world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2C5810-FC97-20C2-A58B-C2E9BF1FB851}"/>
              </a:ext>
            </a:extLst>
          </p:cNvPr>
          <p:cNvSpPr/>
          <p:nvPr/>
        </p:nvSpPr>
        <p:spPr>
          <a:xfrm>
            <a:off x="3291840" y="1347013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D6CAC0-ABEA-3D70-1244-4624DEED2E9F}"/>
              </a:ext>
            </a:extLst>
          </p:cNvPr>
          <p:cNvSpPr/>
          <p:nvPr/>
        </p:nvSpPr>
        <p:spPr>
          <a:xfrm>
            <a:off x="914400" y="3952567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Hello → 15496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E9FF34-F7D1-4127-4FD3-DC39DD441932}"/>
              </a:ext>
            </a:extLst>
          </p:cNvPr>
          <p:cNvSpPr/>
          <p:nvPr/>
        </p:nvSpPr>
        <p:spPr>
          <a:xfrm>
            <a:off x="2560320" y="3952567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world → 995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A71A93-F0F2-C409-08D7-1DBBE549C1AA}"/>
              </a:ext>
            </a:extLst>
          </p:cNvPr>
          <p:cNvSpPr/>
          <p:nvPr/>
        </p:nvSpPr>
        <p:spPr>
          <a:xfrm>
            <a:off x="4023360" y="3952567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! → 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48621A-DC4A-E955-4C95-211DD10DD6D0}"/>
              </a:ext>
            </a:extLst>
          </p:cNvPr>
          <p:cNvSpPr/>
          <p:nvPr/>
        </p:nvSpPr>
        <p:spPr>
          <a:xfrm>
            <a:off x="914400" y="5663381"/>
            <a:ext cx="13716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15496 995 0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31F076-B908-DA3E-DB36-745DED4D54D8}"/>
              </a:ext>
            </a:extLst>
          </p:cNvPr>
          <p:cNvSpPr/>
          <p:nvPr/>
        </p:nvSpPr>
        <p:spPr>
          <a:xfrm>
            <a:off x="2743200" y="5663381"/>
            <a:ext cx="18288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→ Hello world!</a:t>
            </a:r>
          </a:p>
        </p:txBody>
      </p:sp>
    </p:spTree>
    <p:extLst>
      <p:ext uri="{BB962C8B-B14F-4D97-AF65-F5344CB8AC3E}">
        <p14:creationId xmlns:p14="http://schemas.microsoft.com/office/powerpoint/2010/main" val="3754003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382B2-C233-1E21-685A-D0D8C72C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ED924494-39A2-7405-FF04-201A502D4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144B83-32C6-FBD9-4681-940031E52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9C229B-F053-8524-58D5-310A08990166}"/>
              </a:ext>
            </a:extLst>
          </p:cNvPr>
          <p:cNvSpPr txBox="1"/>
          <p:nvPr/>
        </p:nvSpPr>
        <p:spPr>
          <a:xfrm>
            <a:off x="2924199" y="290052"/>
            <a:ext cx="32459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Vector Embedding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FE0D92C-07C9-BF0C-F63F-57AEC78E3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8418"/>
            <a:ext cx="7320116" cy="57395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dirty="0"/>
              <a:t>• A vector embedding is a numeric representation of meaning.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• Models convert text → numbers so they can compare meaning using math.</a:t>
            </a:r>
          </a:p>
          <a:p>
            <a:pPr marL="0" indent="0">
              <a:buNone/>
            </a:pPr>
            <a:r>
              <a:rPr sz="1800" dirty="0"/>
              <a:t>• Similar concepts = vectors placed close together in embedding space.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• Similar words → vectors close together.</a:t>
            </a:r>
          </a:p>
          <a:p>
            <a:pPr marL="0" indent="0">
              <a:buNone/>
            </a:pPr>
            <a:r>
              <a:rPr lang="en-US" sz="1800" dirty="0"/>
              <a:t>• Allows semantic search, recommendation, and RAG.</a:t>
            </a:r>
          </a:p>
          <a:p>
            <a:pPr marL="0" indent="0">
              <a:buNone/>
            </a:pPr>
            <a:r>
              <a:rPr lang="en-US" sz="1800" dirty="0"/>
              <a:t>• Example: 'king' - 'man' + 'woman' ≈ 'queen’.</a:t>
            </a:r>
          </a:p>
          <a:p>
            <a:pPr marL="0" indent="0">
              <a:buNone/>
            </a:pPr>
            <a:r>
              <a:rPr lang="en-US" sz="1800" dirty="0"/>
              <a:t>(king)</a:t>
            </a:r>
          </a:p>
          <a:p>
            <a:pPr marL="0" indent="0">
              <a:buNone/>
            </a:pPr>
            <a:r>
              <a:rPr lang="en-US" sz="1800" dirty="0"/>
              <a:t>         \</a:t>
            </a:r>
          </a:p>
          <a:p>
            <a:pPr marL="0" indent="0">
              <a:buNone/>
            </a:pPr>
            <a:r>
              <a:rPr lang="en-US" sz="1800" dirty="0"/>
              <a:t>          \</a:t>
            </a:r>
          </a:p>
          <a:p>
            <a:pPr marL="0" indent="0">
              <a:buNone/>
            </a:pPr>
            <a:r>
              <a:rPr lang="en-US" sz="1800" dirty="0"/>
              <a:t>      (man)      (queen)</a:t>
            </a:r>
          </a:p>
          <a:p>
            <a:pPr marL="0" indent="0">
              <a:buNone/>
            </a:pPr>
            <a:r>
              <a:rPr lang="en-US" sz="1800" dirty="0"/>
              <a:t>          \       /</a:t>
            </a:r>
          </a:p>
          <a:p>
            <a:pPr marL="0" indent="0">
              <a:buNone/>
            </a:pPr>
            <a:r>
              <a:rPr lang="en-US" sz="1800" dirty="0"/>
              <a:t>           \     /</a:t>
            </a:r>
          </a:p>
          <a:p>
            <a:pPr marL="0" indent="0">
              <a:buNone/>
            </a:pPr>
            <a:r>
              <a:rPr lang="en-US" sz="1800" dirty="0"/>
              <a:t>           (woman)</a:t>
            </a:r>
            <a:endParaRPr sz="1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A7410A-2A1A-8F5A-3C9D-09EB577BE2EE}"/>
              </a:ext>
            </a:extLst>
          </p:cNvPr>
          <p:cNvSpPr/>
          <p:nvPr/>
        </p:nvSpPr>
        <p:spPr>
          <a:xfrm>
            <a:off x="548640" y="1553500"/>
            <a:ext cx="210312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"apple"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9006AD-F968-DBE1-DFAB-23B1D6BDA51F}"/>
              </a:ext>
            </a:extLst>
          </p:cNvPr>
          <p:cNvSpPr/>
          <p:nvPr/>
        </p:nvSpPr>
        <p:spPr>
          <a:xfrm>
            <a:off x="2926080" y="1553500"/>
            <a:ext cx="393192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[0.12, -0.44, 0.91, 0.03, ...]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8D2DE4-A7AD-2AE5-D7FD-2B5B65813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8467" y="4515449"/>
            <a:ext cx="4117907" cy="216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89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D9EBE-1298-6B23-9394-B1ED44F2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21153AFC-6E90-0B0E-1D6B-1E8EBD492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B64005-72D9-D75A-563E-A717AA14A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A46BE39-0A8D-2867-495E-133732B60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085" y="1182085"/>
            <a:ext cx="8229600" cy="1423463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2200"/>
            </a:pPr>
            <a:r>
              <a:rPr sz="1800" dirty="0"/>
              <a:t>• Embeddings form consistent directions for concepts.</a:t>
            </a:r>
          </a:p>
          <a:p>
            <a:pPr marL="0" indent="0">
              <a:buNone/>
              <a:defRPr sz="2200"/>
            </a:pPr>
            <a:r>
              <a:rPr sz="1800" dirty="0"/>
              <a:t>• ‘man → woman’ = gender direction.</a:t>
            </a:r>
          </a:p>
          <a:p>
            <a:pPr marL="0" indent="0">
              <a:buNone/>
              <a:defRPr sz="2200"/>
            </a:pPr>
            <a:r>
              <a:rPr sz="1800" dirty="0"/>
              <a:t>• ‘king → queen’ follows the SAME direction.</a:t>
            </a:r>
          </a:p>
          <a:p>
            <a:pPr marL="0" indent="0">
              <a:buNone/>
              <a:defRPr sz="2200"/>
            </a:pPr>
            <a:r>
              <a:rPr sz="1800" dirty="0"/>
              <a:t>• So: king – </a:t>
            </a:r>
            <a:r>
              <a:rPr dirty="0"/>
              <a:t>man + woman ≈ queen.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47A207-DD0D-B59B-94C4-9B72FCF2609D}"/>
              </a:ext>
            </a:extLst>
          </p:cNvPr>
          <p:cNvSpPr txBox="1"/>
          <p:nvPr/>
        </p:nvSpPr>
        <p:spPr>
          <a:xfrm>
            <a:off x="2924199" y="290052"/>
            <a:ext cx="32459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Vector Embedding</a:t>
            </a:r>
          </a:p>
        </p:txBody>
      </p:sp>
      <p:sp>
        <p:nvSpPr>
          <p:cNvPr id="27" name="Rounded Rectangle 3">
            <a:extLst>
              <a:ext uri="{FF2B5EF4-FFF2-40B4-BE49-F238E27FC236}">
                <a16:creationId xmlns:a16="http://schemas.microsoft.com/office/drawing/2014/main" id="{9D5CCCBF-9D75-5B2B-2DB1-B313649B6CE3}"/>
              </a:ext>
            </a:extLst>
          </p:cNvPr>
          <p:cNvSpPr/>
          <p:nvPr/>
        </p:nvSpPr>
        <p:spPr>
          <a:xfrm>
            <a:off x="1220186" y="3338053"/>
            <a:ext cx="1645920" cy="54864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0"/>
            </a:pPr>
            <a:r>
              <a:t>king</a:t>
            </a:r>
          </a:p>
        </p:txBody>
      </p:sp>
      <p:sp>
        <p:nvSpPr>
          <p:cNvPr id="28" name="Rounded Rectangle 4">
            <a:extLst>
              <a:ext uri="{FF2B5EF4-FFF2-40B4-BE49-F238E27FC236}">
                <a16:creationId xmlns:a16="http://schemas.microsoft.com/office/drawing/2014/main" id="{891E83AC-756C-EE27-D98D-194D68AA6F0A}"/>
              </a:ext>
            </a:extLst>
          </p:cNvPr>
          <p:cNvSpPr/>
          <p:nvPr/>
        </p:nvSpPr>
        <p:spPr>
          <a:xfrm>
            <a:off x="2134586" y="4252453"/>
            <a:ext cx="1645920" cy="54864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0"/>
            </a:pPr>
            <a:r>
              <a:t>man</a:t>
            </a:r>
          </a:p>
        </p:txBody>
      </p:sp>
      <p:sp>
        <p:nvSpPr>
          <p:cNvPr id="29" name="Rounded Rectangle 5">
            <a:extLst>
              <a:ext uri="{FF2B5EF4-FFF2-40B4-BE49-F238E27FC236}">
                <a16:creationId xmlns:a16="http://schemas.microsoft.com/office/drawing/2014/main" id="{7CCF8B67-7E49-4470-FDA7-707E9C3BAA76}"/>
              </a:ext>
            </a:extLst>
          </p:cNvPr>
          <p:cNvSpPr/>
          <p:nvPr/>
        </p:nvSpPr>
        <p:spPr>
          <a:xfrm>
            <a:off x="4420586" y="4252453"/>
            <a:ext cx="1645920" cy="548640"/>
          </a:xfrm>
          <a:prstGeom prst="round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0"/>
            </a:pPr>
            <a:r>
              <a:rPr dirty="0"/>
              <a:t>woman</a:t>
            </a:r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5EC0F95E-C6D8-E547-9AAC-6B30E0DFE8D9}"/>
              </a:ext>
            </a:extLst>
          </p:cNvPr>
          <p:cNvSpPr/>
          <p:nvPr/>
        </p:nvSpPr>
        <p:spPr>
          <a:xfrm>
            <a:off x="5334986" y="3338053"/>
            <a:ext cx="1645920" cy="548640"/>
          </a:xfrm>
          <a:prstGeom prst="round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0"/>
            </a:pPr>
            <a:r>
              <a:rPr dirty="0"/>
              <a:t>queen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1AD35E-E471-B989-B9DA-91E9ACA5B0A3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>
            <a:off x="3780506" y="4526773"/>
            <a:ext cx="6400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A79027-6CE6-4044-EA77-A00D97C82A93}"/>
              </a:ext>
            </a:extLst>
          </p:cNvPr>
          <p:cNvCxnSpPr>
            <a:stCxn id="27" idx="3"/>
            <a:endCxn id="30" idx="1"/>
          </p:cNvCxnSpPr>
          <p:nvPr/>
        </p:nvCxnSpPr>
        <p:spPr>
          <a:xfrm>
            <a:off x="2866106" y="3612373"/>
            <a:ext cx="24688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5516976-2871-DC86-878D-3B6737226066}"/>
              </a:ext>
            </a:extLst>
          </p:cNvPr>
          <p:cNvCxnSpPr>
            <a:stCxn id="30" idx="2"/>
            <a:endCxn id="29" idx="0"/>
          </p:cNvCxnSpPr>
          <p:nvPr/>
        </p:nvCxnSpPr>
        <p:spPr>
          <a:xfrm flipH="1">
            <a:off x="5243546" y="3886693"/>
            <a:ext cx="91440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D6280D6-469F-971D-70B5-73F41633EB23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>
            <a:off x="2043146" y="3886693"/>
            <a:ext cx="91440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381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E9E47-B3C4-BF49-7671-B8AB8554F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906DD161-8BFE-1BF2-B7C1-FF389DF96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E75F6B-8F0C-3DAA-117C-B9866F500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81D831-A215-E1B4-025E-C7838945956B}"/>
              </a:ext>
            </a:extLst>
          </p:cNvPr>
          <p:cNvSpPr txBox="1"/>
          <p:nvPr/>
        </p:nvSpPr>
        <p:spPr>
          <a:xfrm>
            <a:off x="2924199" y="290052"/>
            <a:ext cx="32459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Vector Embedding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65B3BA-595B-49F0-A326-0DC386C71ED7}"/>
              </a:ext>
            </a:extLst>
          </p:cNvPr>
          <p:cNvSpPr txBox="1"/>
          <p:nvPr/>
        </p:nvSpPr>
        <p:spPr>
          <a:xfrm>
            <a:off x="120139" y="961470"/>
            <a:ext cx="574972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200"/>
            </a:pPr>
            <a:r>
              <a:rPr lang="en-US" sz="1600" dirty="0"/>
              <a:t>• Words become vectors placed in a geometric space.</a:t>
            </a:r>
          </a:p>
          <a:p>
            <a:pPr>
              <a:defRPr sz="2200"/>
            </a:pPr>
            <a:r>
              <a:rPr lang="en-US" sz="1600" dirty="0"/>
              <a:t>• X‑axis = gender shift (male → female).</a:t>
            </a:r>
          </a:p>
          <a:p>
            <a:pPr>
              <a:defRPr sz="2200"/>
            </a:pPr>
            <a:r>
              <a:rPr lang="en-US" sz="1600" dirty="0"/>
              <a:t>• Y‑axis = royalty shift (common → royal).</a:t>
            </a:r>
          </a:p>
          <a:p>
            <a:pPr>
              <a:defRPr sz="2200"/>
            </a:pPr>
            <a:r>
              <a:rPr lang="en-US" sz="1600" dirty="0"/>
              <a:t>• ‘man → woman’ and ‘king → queen’ share the same direction.</a:t>
            </a:r>
          </a:p>
          <a:p>
            <a:pPr>
              <a:defRPr sz="2200"/>
            </a:pPr>
            <a:r>
              <a:rPr lang="en-US" sz="1600" dirty="0"/>
              <a:t>• This is why: king – man + woman ≈ queen.</a:t>
            </a:r>
          </a:p>
          <a:p>
            <a:r>
              <a:rPr lang="en-US" sz="1600" dirty="0"/>
              <a:t>“man” and “woman” are the same kind of person —</a:t>
            </a:r>
            <a:br>
              <a:rPr lang="en-US" sz="1600" dirty="0"/>
            </a:br>
            <a:r>
              <a:rPr lang="en-US" sz="1600" dirty="0"/>
              <a:t>the only difference is </a:t>
            </a:r>
            <a:r>
              <a:rPr lang="en-US" sz="1600" b="1" dirty="0"/>
              <a:t>gender</a:t>
            </a:r>
            <a:r>
              <a:rPr lang="en-US" sz="1600" dirty="0"/>
              <a:t>.</a:t>
            </a:r>
          </a:p>
          <a:p>
            <a:r>
              <a:rPr lang="en-US" sz="1600" dirty="0"/>
              <a:t>“king” and “queen” are the same kind of royal —</a:t>
            </a:r>
            <a:br>
              <a:rPr lang="en-US" sz="1600" dirty="0"/>
            </a:br>
            <a:r>
              <a:rPr lang="en-US" sz="1600" dirty="0"/>
              <a:t>again, the only difference is </a:t>
            </a:r>
            <a:r>
              <a:rPr lang="en-US" sz="1600" b="1" dirty="0"/>
              <a:t>gender</a:t>
            </a:r>
            <a:r>
              <a:rPr lang="en-US" sz="1600" dirty="0"/>
              <a:t>.</a:t>
            </a:r>
          </a:p>
          <a:p>
            <a:r>
              <a:rPr lang="en-US" sz="1600" dirty="0"/>
              <a:t>So…</a:t>
            </a:r>
          </a:p>
          <a:p>
            <a:r>
              <a:rPr lang="en-US" sz="1600" b="1" dirty="0"/>
              <a:t>When you do:</a:t>
            </a:r>
          </a:p>
          <a:p>
            <a:r>
              <a:rPr lang="en-US" sz="1600" b="1" dirty="0"/>
              <a:t>king – man</a:t>
            </a:r>
            <a:endParaRPr lang="en-US" sz="1600" dirty="0"/>
          </a:p>
          <a:p>
            <a:r>
              <a:rPr lang="en-US" sz="1600" dirty="0"/>
              <a:t>You remove the </a:t>
            </a:r>
            <a:r>
              <a:rPr lang="en-US" sz="1600" b="1" dirty="0"/>
              <a:t>“male”</a:t>
            </a:r>
            <a:r>
              <a:rPr lang="en-US" sz="1600" dirty="0"/>
              <a:t> part from “king.”</a:t>
            </a:r>
          </a:p>
          <a:p>
            <a:r>
              <a:rPr lang="en-US" sz="1600" dirty="0"/>
              <a:t>What’s left is basically:</a:t>
            </a:r>
          </a:p>
          <a:p>
            <a:r>
              <a:rPr lang="en-US" sz="1600" dirty="0"/>
              <a:t>➡️ </a:t>
            </a:r>
            <a:r>
              <a:rPr lang="en-US" sz="1600" b="1" dirty="0"/>
              <a:t>“royal person”</a:t>
            </a:r>
            <a:endParaRPr lang="en-US" sz="1600" dirty="0"/>
          </a:p>
          <a:p>
            <a:r>
              <a:rPr lang="en-US" sz="1600" dirty="0"/>
              <a:t>Then you add:</a:t>
            </a:r>
          </a:p>
          <a:p>
            <a:r>
              <a:rPr lang="en-US" sz="1600" b="1" dirty="0"/>
              <a:t>+ woman</a:t>
            </a:r>
            <a:endParaRPr lang="en-US" sz="1600" dirty="0"/>
          </a:p>
          <a:p>
            <a:r>
              <a:rPr lang="en-US" sz="1600" dirty="0"/>
              <a:t>Now you add the </a:t>
            </a:r>
            <a:r>
              <a:rPr lang="en-US" sz="1600" b="1" dirty="0"/>
              <a:t>female</a:t>
            </a:r>
            <a:r>
              <a:rPr lang="en-US" sz="1600" dirty="0"/>
              <a:t> part.</a:t>
            </a:r>
          </a:p>
          <a:p>
            <a:r>
              <a:rPr lang="en-US" sz="1600" dirty="0"/>
              <a:t>So:</a:t>
            </a:r>
          </a:p>
          <a:p>
            <a:r>
              <a:rPr lang="en-US" dirty="0"/>
              <a:t>royal person + female ≈ queen</a:t>
            </a:r>
          </a:p>
          <a:p>
            <a:r>
              <a:rPr lang="en-US" sz="1600" dirty="0"/>
              <a:t>That’s why the equation lands near “queen.”</a:t>
            </a:r>
          </a:p>
          <a:p>
            <a:endParaRPr lang="en-US" sz="1600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B77C260C-12A9-3579-DA80-90F83555A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036" y="2012068"/>
            <a:ext cx="4302963" cy="407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248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5EA43-EFF0-B5EA-4E72-C5D47FBA9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2BDD7231-E7F4-4EAF-C589-CE7502429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00B4BB-3284-F6A7-0541-29A8AA82C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05A894-A018-D593-5282-35549981F939}"/>
              </a:ext>
            </a:extLst>
          </p:cNvPr>
          <p:cNvSpPr txBox="1"/>
          <p:nvPr/>
        </p:nvSpPr>
        <p:spPr>
          <a:xfrm>
            <a:off x="2645054" y="290052"/>
            <a:ext cx="3804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Positional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3AF4D-6781-4093-B8A2-7D85ADE23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5232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dirty="0"/>
              <a:t>• Transformers don’t inherently know token order</a:t>
            </a:r>
          </a:p>
          <a:p>
            <a:pPr marL="0" indent="0">
              <a:buNone/>
            </a:pPr>
            <a:r>
              <a:rPr sz="1800" dirty="0"/>
              <a:t>• Positional embeddings add sequence information</a:t>
            </a:r>
          </a:p>
          <a:p>
            <a:pPr marL="0" indent="0">
              <a:buNone/>
            </a:pPr>
            <a:r>
              <a:rPr sz="1800" dirty="0"/>
              <a:t>• Helps model understand word positions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Example sentence: 'I love AI'</a:t>
            </a:r>
          </a:p>
          <a:p>
            <a:r>
              <a:rPr lang="en-US" sz="1800" dirty="0"/>
              <a:t>Token positions: 0, 1, 2</a:t>
            </a:r>
          </a:p>
          <a:p>
            <a:r>
              <a:rPr lang="en-US" sz="1800" dirty="0"/>
              <a:t>The model uses embeddings + position info</a:t>
            </a:r>
          </a:p>
          <a:p>
            <a:r>
              <a:rPr lang="en-US" sz="1800" dirty="0"/>
              <a:t>so, it understands the correct order.</a:t>
            </a:r>
          </a:p>
          <a:p>
            <a:endParaRPr lang="en-US" sz="1800" dirty="0"/>
          </a:p>
          <a:p>
            <a:r>
              <a:rPr lang="en-US" sz="1800" dirty="0"/>
              <a:t>Word Embedding:      [2.1, -1.3, 0.7, ...]</a:t>
            </a:r>
          </a:p>
          <a:p>
            <a:r>
              <a:rPr lang="en-US" sz="1800" dirty="0"/>
              <a:t>Position Embedding:  [0.5, 0.2, -0.1, ...]</a:t>
            </a:r>
          </a:p>
          <a:p>
            <a:r>
              <a:rPr lang="en-US" sz="1800" dirty="0"/>
              <a:t>-------------------------------------------</a:t>
            </a:r>
          </a:p>
          <a:p>
            <a:r>
              <a:rPr lang="en-US" sz="1800" dirty="0"/>
              <a:t>Final Input:         [2.6, -1.1, 0.6, ...]</a:t>
            </a:r>
          </a:p>
          <a:p>
            <a:endParaRPr lang="en-US" sz="1800" dirty="0"/>
          </a:p>
          <a:p>
            <a:r>
              <a:rPr lang="en-US" sz="1800" dirty="0"/>
              <a:t>Final Input = Word Vector + Positional Vector</a:t>
            </a:r>
          </a:p>
          <a:p>
            <a:endParaRPr lang="en-US" sz="1800" dirty="0"/>
          </a:p>
          <a:p>
            <a:pPr marL="0" indent="0">
              <a:buNone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4070649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CB50F-FD83-C797-B57B-4E9C921C5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2DF5ED70-22CD-38B8-ADBD-B6A7D75FA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D23D99-42A3-03E7-9CE3-F4B8F8B63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5A2943-B8F9-22B6-A824-3C67A94598B1}"/>
              </a:ext>
            </a:extLst>
          </p:cNvPr>
          <p:cNvSpPr txBox="1"/>
          <p:nvPr/>
        </p:nvSpPr>
        <p:spPr>
          <a:xfrm>
            <a:off x="2674934" y="24582"/>
            <a:ext cx="37444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Multi-Head Attention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38452A-FB92-A546-4A83-F323EC9DA932}"/>
              </a:ext>
            </a:extLst>
          </p:cNvPr>
          <p:cNvSpPr txBox="1"/>
          <p:nvPr/>
        </p:nvSpPr>
        <p:spPr>
          <a:xfrm>
            <a:off x="336834" y="669779"/>
            <a:ext cx="7564891" cy="649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Think of a Transformer like a kid reading a sentence.</a:t>
            </a:r>
            <a:br>
              <a:rPr lang="en-US" sz="1600" dirty="0"/>
            </a:br>
            <a:r>
              <a:rPr lang="en-US" sz="1600" dirty="0"/>
              <a:t>But instead of one brain… it uses </a:t>
            </a:r>
            <a:r>
              <a:rPr lang="en-US" sz="1600" b="1" dirty="0"/>
              <a:t>many mini-brains (heads)</a:t>
            </a:r>
            <a:r>
              <a:rPr lang="en-US" sz="1600" dirty="0"/>
              <a:t> at the same time.</a:t>
            </a:r>
          </a:p>
          <a:p>
            <a:r>
              <a:rPr lang="en-US" sz="1600" dirty="0"/>
              <a:t>Each head looks at the sentence in a </a:t>
            </a:r>
            <a:r>
              <a:rPr lang="en-US" sz="1600" b="1" dirty="0"/>
              <a:t>different way</a:t>
            </a:r>
            <a:r>
              <a:rPr lang="en-US" sz="1600" dirty="0"/>
              <a:t>.</a:t>
            </a:r>
          </a:p>
          <a:p>
            <a:r>
              <a:rPr lang="en-US" sz="1600" dirty="0"/>
              <a:t>Example:</a:t>
            </a:r>
          </a:p>
          <a:p>
            <a:r>
              <a:rPr lang="en-US" sz="1600" dirty="0"/>
              <a:t>Head 1 notices </a:t>
            </a:r>
            <a:r>
              <a:rPr lang="en-US" sz="1600" i="1" dirty="0"/>
              <a:t>who is doing the action</a:t>
            </a:r>
            <a:endParaRPr lang="en-US" sz="1600" dirty="0"/>
          </a:p>
          <a:p>
            <a:r>
              <a:rPr lang="en-US" sz="1600" dirty="0"/>
              <a:t>Head 2 focuses on </a:t>
            </a:r>
            <a:r>
              <a:rPr lang="en-US" sz="1600" i="1" dirty="0"/>
              <a:t>who the action is happening to</a:t>
            </a:r>
            <a:endParaRPr lang="en-US" sz="1600" dirty="0"/>
          </a:p>
          <a:p>
            <a:r>
              <a:rPr lang="en-US" sz="1600" dirty="0"/>
              <a:t>Head 3 looks at </a:t>
            </a:r>
            <a:r>
              <a:rPr lang="en-US" sz="1600" i="1" dirty="0"/>
              <a:t>word order</a:t>
            </a:r>
            <a:endParaRPr lang="en-US" sz="1600" dirty="0"/>
          </a:p>
          <a:p>
            <a:r>
              <a:rPr lang="en-US" sz="1600" dirty="0"/>
              <a:t>Head 4 checks </a:t>
            </a:r>
            <a:r>
              <a:rPr lang="en-US" sz="1600" i="1" dirty="0"/>
              <a:t>context</a:t>
            </a:r>
            <a:endParaRPr lang="en-US" sz="1600" dirty="0"/>
          </a:p>
          <a:p>
            <a:r>
              <a:rPr lang="en-US" sz="1600" dirty="0"/>
              <a:t>More heads = more perspectives = smarter understanding.</a:t>
            </a:r>
          </a:p>
          <a:p>
            <a:r>
              <a:rPr lang="en-US" sz="1600" dirty="0"/>
              <a:t>Each head performs attention separately.</a:t>
            </a:r>
          </a:p>
          <a:p>
            <a:r>
              <a:rPr lang="en-US" sz="1600" dirty="0"/>
              <a:t>Each one: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takes in Q, K, 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decides which words should focus on which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outputs its own 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Query= “What am I looking for?”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Key = “What info do I have?”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Value = “What info should I return?”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b="1" dirty="0"/>
              <a:t>Linear</a:t>
            </a:r>
            <a:r>
              <a:rPr lang="en-US" sz="1600" dirty="0"/>
              <a:t> layer ≈ that converter.</a:t>
            </a:r>
          </a:p>
          <a:p>
            <a:r>
              <a:rPr lang="en-US" sz="1600" dirty="0"/>
              <a:t>It’s like having multiple teachers reading the same sentence and giving different insights.</a:t>
            </a:r>
          </a:p>
          <a:p>
            <a:r>
              <a:rPr lang="en-US" sz="1600" b="1" dirty="0" err="1"/>
              <a:t>Concat</a:t>
            </a:r>
            <a:r>
              <a:rPr lang="en-US" sz="1600" b="1" dirty="0"/>
              <a:t> + Linear (final box)</a:t>
            </a:r>
          </a:p>
          <a:p>
            <a:r>
              <a:rPr lang="en-US" sz="1600" dirty="0"/>
              <a:t>This just means:</a:t>
            </a:r>
          </a:p>
          <a:p>
            <a:r>
              <a:rPr lang="en-US" sz="1600" dirty="0"/>
              <a:t>Combine all heads together</a:t>
            </a:r>
          </a:p>
          <a:p>
            <a:r>
              <a:rPr lang="en-US" sz="1600" dirty="0"/>
              <a:t>Mix and polish into one final vector</a:t>
            </a:r>
          </a:p>
          <a:p>
            <a:r>
              <a:rPr lang="en-US" sz="1600" dirty="0"/>
              <a:t>This final vector goes deeper into the transformer and helps predict </a:t>
            </a:r>
          </a:p>
          <a:p>
            <a:r>
              <a:rPr lang="en-US" sz="1600" dirty="0"/>
              <a:t>the next word or meaning.</a:t>
            </a:r>
          </a:p>
          <a:p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AAC7E1-7C49-D2AE-577F-5163BBD7C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1652" y="1402431"/>
            <a:ext cx="3102078" cy="310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495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91621-F844-3F0A-CADA-DFE3FA302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401F0F6B-EA88-98F9-B368-DBE656B82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CD672E-9ADB-AFF9-598E-A6F17B142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1A7D4A-7102-2E07-E872-BDF6B64C23EC}"/>
              </a:ext>
            </a:extLst>
          </p:cNvPr>
          <p:cNvSpPr txBox="1"/>
          <p:nvPr/>
        </p:nvSpPr>
        <p:spPr>
          <a:xfrm>
            <a:off x="2486358" y="83574"/>
            <a:ext cx="4121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API Setup &amp; Integration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66EEA-D1CB-A591-E816-E36B08B36648}"/>
              </a:ext>
            </a:extLst>
          </p:cNvPr>
          <p:cNvSpPr txBox="1"/>
          <p:nvPr/>
        </p:nvSpPr>
        <p:spPr>
          <a:xfrm>
            <a:off x="1160207" y="1166842"/>
            <a:ext cx="4725974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Configuring your OpenAI account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 this link in your browser:</a:t>
            </a:r>
            <a:br>
              <a:rPr lang="en-US" dirty="0"/>
            </a:br>
            <a:r>
              <a:rPr lang="en-US" b="1" dirty="0">
                <a:hlinkClick r:id="rId4"/>
              </a:rPr>
              <a:t>https://platform.openai.com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 to API Keys: ⚙️ Settings → API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the button:</a:t>
            </a:r>
            <a:br>
              <a:rPr lang="en-US" dirty="0"/>
            </a:br>
            <a:r>
              <a:rPr lang="en-US" dirty="0"/>
              <a:t>➡️ </a:t>
            </a:r>
            <a:r>
              <a:rPr lang="en-US" b="1" dirty="0"/>
              <a:t>“Create new secret key”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Copy it right away — it won’t be shown again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Create a Google Gemini API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 this link:</a:t>
            </a:r>
            <a:br>
              <a:rPr lang="en-US" dirty="0"/>
            </a:br>
            <a:r>
              <a:rPr lang="en-US" dirty="0"/>
              <a:t>👉 </a:t>
            </a:r>
            <a:r>
              <a:rPr lang="en-US" b="1" dirty="0">
                <a:hlinkClick r:id="rId5"/>
              </a:rPr>
              <a:t>https://aistudio.google.com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the left side, click:</a:t>
            </a:r>
            <a:br>
              <a:rPr lang="en-US" dirty="0"/>
            </a:br>
            <a:r>
              <a:rPr lang="en-US" dirty="0"/>
              <a:t>🔐 </a:t>
            </a:r>
            <a:r>
              <a:rPr lang="en-US" b="1" dirty="0"/>
              <a:t>“Get API Key”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You’ll see a page saying:</a:t>
            </a:r>
          </a:p>
          <a:p>
            <a:r>
              <a:rPr lang="en-US" b="1" dirty="0"/>
              <a:t>	“Create API Key in Google Cloud Project”</a:t>
            </a:r>
          </a:p>
          <a:p>
            <a:endParaRPr lang="en-US" b="1" dirty="0"/>
          </a:p>
          <a:p>
            <a:r>
              <a:rPr lang="en-US" b="1" dirty="0"/>
              <a:t>Code: </a:t>
            </a:r>
            <a:r>
              <a:rPr lang="en-US" b="1" dirty="0" err="1"/>
              <a:t>hello_world</a:t>
            </a:r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764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08391-3E09-0F9D-23A9-3B62EE757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C3761AC2-487D-3F68-9263-BCF1E3D60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D8228F-7806-1C85-2ABA-E2E12902E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8E92BB-B30E-E871-8CB6-0004F4D64575}"/>
              </a:ext>
            </a:extLst>
          </p:cNvPr>
          <p:cNvSpPr txBox="1"/>
          <p:nvPr/>
        </p:nvSpPr>
        <p:spPr>
          <a:xfrm>
            <a:off x="2793333" y="349046"/>
            <a:ext cx="3507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Prompt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58062-5217-2187-9B2B-5996F86080D7}"/>
              </a:ext>
            </a:extLst>
          </p:cNvPr>
          <p:cNvSpPr txBox="1"/>
          <p:nvPr/>
        </p:nvSpPr>
        <p:spPr>
          <a:xfrm>
            <a:off x="1686659" y="1582994"/>
            <a:ext cx="577068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🤖 What is a Prompt?</a:t>
            </a:r>
          </a:p>
          <a:p>
            <a:r>
              <a:rPr lang="en-US" dirty="0"/>
              <a:t>A </a:t>
            </a:r>
            <a:r>
              <a:rPr lang="en-US" b="1" dirty="0"/>
              <a:t>prompt</a:t>
            </a:r>
            <a:r>
              <a:rPr lang="en-US" dirty="0"/>
              <a:t> is basically the </a:t>
            </a:r>
            <a:r>
              <a:rPr lang="en-US" b="1" dirty="0"/>
              <a:t>message, instruction, or question</a:t>
            </a:r>
            <a:r>
              <a:rPr lang="en-US" dirty="0"/>
              <a:t> </a:t>
            </a:r>
          </a:p>
          <a:p>
            <a:r>
              <a:rPr lang="en-US" dirty="0"/>
              <a:t>you give to an AI model so it knows what to do.</a:t>
            </a:r>
          </a:p>
          <a:p>
            <a:r>
              <a:rPr lang="en-US" dirty="0"/>
              <a:t>Think of it like texting the AI:</a:t>
            </a:r>
          </a:p>
          <a:p>
            <a:r>
              <a:rPr lang="en-US" b="1" dirty="0"/>
              <a:t>“Explain this…”</a:t>
            </a:r>
            <a:endParaRPr lang="en-US" dirty="0"/>
          </a:p>
          <a:p>
            <a:r>
              <a:rPr lang="en-US" b="1" dirty="0"/>
              <a:t>“Translate this…”</a:t>
            </a:r>
            <a:endParaRPr lang="en-US" dirty="0"/>
          </a:p>
          <a:p>
            <a:r>
              <a:rPr lang="en-US" b="1" dirty="0"/>
              <a:t>“Write a poem…”</a:t>
            </a:r>
            <a:endParaRPr lang="en-US" dirty="0"/>
          </a:p>
          <a:p>
            <a:r>
              <a:rPr lang="en-US" b="1" dirty="0"/>
              <a:t>“Solve this math problem…”</a:t>
            </a:r>
            <a:endParaRPr lang="en-US" dirty="0"/>
          </a:p>
          <a:p>
            <a:r>
              <a:rPr lang="en-US" b="1" dirty="0"/>
              <a:t>“Give me code…”</a:t>
            </a:r>
            <a:endParaRPr lang="en-US" dirty="0"/>
          </a:p>
          <a:p>
            <a:r>
              <a:rPr lang="en-US" dirty="0"/>
              <a:t>Whatever you type → that’s your </a:t>
            </a:r>
            <a:r>
              <a:rPr lang="en-US" b="1" dirty="0"/>
              <a:t>prompt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686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23585-E988-6BC7-4670-2ECA72A12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9FE56FA5-174F-99B0-9BD8-A5589CB99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956147-24F1-7D4F-8DBE-5641C6BDF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B722B2-1F30-C3AB-D490-AAA888B7DCEE}"/>
              </a:ext>
            </a:extLst>
          </p:cNvPr>
          <p:cNvSpPr txBox="1"/>
          <p:nvPr/>
        </p:nvSpPr>
        <p:spPr>
          <a:xfrm>
            <a:off x="3029141" y="638085"/>
            <a:ext cx="314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Zero-Shot Prompt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BDCF77-E7D0-F727-C39B-FD42BD5EFAA0}"/>
              </a:ext>
            </a:extLst>
          </p:cNvPr>
          <p:cNvSpPr txBox="1"/>
          <p:nvPr/>
        </p:nvSpPr>
        <p:spPr>
          <a:xfrm>
            <a:off x="3021928" y="2926474"/>
            <a:ext cx="3100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One-Shot Prompt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826AE0-F598-8375-D649-BB06973DA85B}"/>
              </a:ext>
            </a:extLst>
          </p:cNvPr>
          <p:cNvSpPr txBox="1"/>
          <p:nvPr/>
        </p:nvSpPr>
        <p:spPr>
          <a:xfrm>
            <a:off x="1445567" y="3547448"/>
            <a:ext cx="6252866" cy="117362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600">
                <a:solidFill>
                  <a:srgbClr val="3C3C3C"/>
                </a:solidFill>
              </a:defRPr>
            </a:pPr>
            <a:r>
              <a:rPr lang="en-US" sz="2000" dirty="0"/>
              <a:t>The model is given *one example* before the actual task.</a:t>
            </a:r>
          </a:p>
          <a:p>
            <a:pPr marL="342900" indent="-342900">
              <a:buFont typeface="Arial" panose="020B0604020202020204" pitchFamily="34" charset="0"/>
              <a:buChar char="•"/>
              <a:defRPr sz="2600">
                <a:solidFill>
                  <a:srgbClr val="3C3C3C"/>
                </a:solidFill>
              </a:defRPr>
            </a:pPr>
            <a:r>
              <a:rPr lang="en-US" sz="2000" dirty="0"/>
              <a:t>Useful when you want the model to follow a pattern.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600">
                <a:solidFill>
                  <a:srgbClr val="3C3C3C"/>
                </a:solidFill>
              </a:defRPr>
            </a:pPr>
            <a:r>
              <a:rPr lang="en-US" sz="2000" dirty="0"/>
              <a:t>Example: Show 1 solved problem → ask it to solve another.</a:t>
            </a:r>
          </a:p>
          <a:p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4F658D-2C43-6730-64B8-75E7F46303D4}"/>
              </a:ext>
            </a:extLst>
          </p:cNvPr>
          <p:cNvSpPr txBox="1"/>
          <p:nvPr/>
        </p:nvSpPr>
        <p:spPr>
          <a:xfrm>
            <a:off x="3029141" y="4757272"/>
            <a:ext cx="3085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Few-Shot Prompt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28CE7A-C8D5-A307-7DD3-BB4809B955E3}"/>
              </a:ext>
            </a:extLst>
          </p:cNvPr>
          <p:cNvSpPr txBox="1"/>
          <p:nvPr/>
        </p:nvSpPr>
        <p:spPr>
          <a:xfrm>
            <a:off x="1078639" y="5378245"/>
            <a:ext cx="6986722" cy="94389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600">
                <a:solidFill>
                  <a:srgbClr val="3C3C3C"/>
                </a:solidFill>
              </a:defRPr>
            </a:pPr>
            <a:r>
              <a:rPr lang="en-US" sz="2000" dirty="0"/>
              <a:t>Provide *multiple examples* so the AI learns style/output format.</a:t>
            </a:r>
          </a:p>
          <a:p>
            <a:pPr marL="342900" indent="-342900">
              <a:buFont typeface="Arial" panose="020B0604020202020204" pitchFamily="34" charset="0"/>
              <a:buChar char="•"/>
              <a:defRPr sz="2600">
                <a:solidFill>
                  <a:srgbClr val="3C3C3C"/>
                </a:solidFill>
              </a:defRPr>
            </a:pPr>
            <a:r>
              <a:rPr lang="en-US" sz="2000" dirty="0"/>
              <a:t>Great for structured tasks (classification, formatting, tone).</a:t>
            </a:r>
          </a:p>
          <a:p>
            <a:pPr marL="342900" indent="-342900">
              <a:buFont typeface="Arial" panose="020B0604020202020204" pitchFamily="34" charset="0"/>
              <a:buChar char="•"/>
              <a:defRPr sz="2600">
                <a:solidFill>
                  <a:srgbClr val="3C3C3C"/>
                </a:solidFill>
              </a:defRPr>
            </a:pPr>
            <a:r>
              <a:rPr lang="en-US" sz="2000" dirty="0"/>
              <a:t>Example: Give 3 solved examples → ask the 4th.</a:t>
            </a:r>
          </a:p>
          <a:p>
            <a:endParaRPr 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488248-EA5C-AE40-EAA7-8396FD557C7A}"/>
              </a:ext>
            </a:extLst>
          </p:cNvPr>
          <p:cNvSpPr txBox="1"/>
          <p:nvPr/>
        </p:nvSpPr>
        <p:spPr>
          <a:xfrm>
            <a:off x="1969236" y="1259059"/>
            <a:ext cx="520552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2600">
                <a:solidFill>
                  <a:srgbClr val="3C3C3C"/>
                </a:solidFill>
              </a:defRPr>
            </a:pPr>
            <a:r>
              <a:rPr lang="en-US" sz="2000" dirty="0"/>
              <a:t>The model solves a task with *no examples*.</a:t>
            </a:r>
          </a:p>
          <a:p>
            <a:pPr marL="342900" indent="-342900">
              <a:buFont typeface="Arial" panose="020B0604020202020204" pitchFamily="34" charset="0"/>
              <a:buChar char="•"/>
              <a:defRPr sz="2600">
                <a:solidFill>
                  <a:srgbClr val="3C3C3C"/>
                </a:solidFill>
              </a:defRPr>
            </a:pPr>
            <a:r>
              <a:rPr lang="en-US" sz="2000" dirty="0"/>
              <a:t>Used for simple or well-known tasks.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600">
                <a:solidFill>
                  <a:srgbClr val="3C3C3C"/>
                </a:solidFill>
              </a:defRPr>
            </a:pPr>
            <a:r>
              <a:rPr lang="en-US" sz="2000" dirty="0"/>
              <a:t>Example: “Translate this to French: Hello.”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61273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C2EF8-223F-0455-6076-36550C137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D78C142C-CB96-8AEB-EA85-9F9436915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7A1887-8F98-4941-3F12-05D79255D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8B8449-2DDF-F0EC-8E86-D4C175AC0DD1}"/>
              </a:ext>
            </a:extLst>
          </p:cNvPr>
          <p:cNvSpPr txBox="1"/>
          <p:nvPr/>
        </p:nvSpPr>
        <p:spPr>
          <a:xfrm>
            <a:off x="3767187" y="2986814"/>
            <a:ext cx="17540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Auto-</a:t>
            </a:r>
            <a:r>
              <a:rPr lang="en-US" sz="3200" dirty="0" err="1"/>
              <a:t>CoT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4AEF71-26DE-7820-1DFA-E1C94AB8E2FA}"/>
              </a:ext>
            </a:extLst>
          </p:cNvPr>
          <p:cNvSpPr txBox="1"/>
          <p:nvPr/>
        </p:nvSpPr>
        <p:spPr>
          <a:xfrm>
            <a:off x="2645373" y="451319"/>
            <a:ext cx="39976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Chain of Thought - </a:t>
            </a:r>
            <a:r>
              <a:rPr lang="en-US" sz="3200" dirty="0" err="1"/>
              <a:t>CoT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6FFFE-5219-E1B7-CC2B-F5B977D5C6B6}"/>
              </a:ext>
            </a:extLst>
          </p:cNvPr>
          <p:cNvSpPr txBox="1"/>
          <p:nvPr/>
        </p:nvSpPr>
        <p:spPr>
          <a:xfrm>
            <a:off x="1874682" y="1123198"/>
            <a:ext cx="588526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2600">
                <a:solidFill>
                  <a:srgbClr val="3C3C3C"/>
                </a:solidFill>
              </a:defRPr>
            </a:pPr>
            <a:r>
              <a:rPr lang="en-US" sz="2000" dirty="0"/>
              <a:t>Ask the model to show step-by-step reasoning.</a:t>
            </a:r>
          </a:p>
          <a:p>
            <a:pPr marL="342900" indent="-342900">
              <a:buFont typeface="Arial" panose="020B0604020202020204" pitchFamily="34" charset="0"/>
              <a:buChar char="•"/>
              <a:defRPr sz="2600">
                <a:solidFill>
                  <a:srgbClr val="3C3C3C"/>
                </a:solidFill>
              </a:defRPr>
            </a:pPr>
            <a:r>
              <a:rPr lang="en-US" sz="2000" dirty="0"/>
              <a:t>Improves accuracy on math &amp; logic tasks.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600">
                <a:solidFill>
                  <a:srgbClr val="3C3C3C"/>
                </a:solidFill>
              </a:defRPr>
            </a:pPr>
            <a:r>
              <a:rPr lang="en-US" sz="2000" dirty="0"/>
              <a:t>Example: “Explain your steps while solving (a + b)².”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E2F62-730C-5456-C990-8ADFF5F48098}"/>
              </a:ext>
            </a:extLst>
          </p:cNvPr>
          <p:cNvSpPr txBox="1"/>
          <p:nvPr/>
        </p:nvSpPr>
        <p:spPr>
          <a:xfrm>
            <a:off x="1499419" y="3392126"/>
            <a:ext cx="663579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2600">
                <a:solidFill>
                  <a:srgbClr val="3C3C3C"/>
                </a:solidFill>
              </a:defRPr>
            </a:pPr>
            <a:r>
              <a:rPr lang="en-US" sz="2000" dirty="0"/>
              <a:t>The model *automatically* generates reasoning examples.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600">
                <a:solidFill>
                  <a:srgbClr val="3C3C3C"/>
                </a:solidFill>
              </a:defRPr>
            </a:pPr>
            <a:r>
              <a:rPr lang="en-US" sz="2000" dirty="0"/>
              <a:t>No need to write </a:t>
            </a:r>
            <a:r>
              <a:rPr lang="en-US" sz="2000" dirty="0" err="1"/>
              <a:t>CoT</a:t>
            </a:r>
            <a:r>
              <a:rPr lang="en-US" sz="2000" dirty="0"/>
              <a:t> examples yourself.</a:t>
            </a:r>
          </a:p>
          <a:p>
            <a:pPr marL="342900" indent="-342900">
              <a:buFont typeface="Arial" panose="020B0604020202020204" pitchFamily="34" charset="0"/>
              <a:buChar char="•"/>
              <a:defRPr sz="2600">
                <a:solidFill>
                  <a:srgbClr val="3C3C3C"/>
                </a:solidFill>
              </a:defRPr>
            </a:pPr>
            <a:r>
              <a:rPr lang="en-US" sz="2000" dirty="0"/>
              <a:t>Used for scalable reasoning tasks in large systems.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600">
                <a:solidFill>
                  <a:srgbClr val="3C3C3C"/>
                </a:solidFill>
              </a:defRPr>
            </a:pPr>
            <a:r>
              <a:rPr lang="en-US" sz="2000" dirty="0"/>
              <a:t>Example: “Give me an example of solving a simple algebra </a:t>
            </a:r>
          </a:p>
          <a:p>
            <a:pPr>
              <a:defRPr sz="2600">
                <a:solidFill>
                  <a:srgbClr val="3C3C3C"/>
                </a:solidFill>
              </a:defRPr>
            </a:pPr>
            <a:r>
              <a:rPr lang="en-US" sz="2000" dirty="0"/>
              <a:t>      expression step by step.”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35348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BA042-B9A5-DF06-F802-F2C9BF81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E686F6FC-AAE1-E79B-C561-C43D91491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1A9FD0-9107-095C-FE35-FACF60678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467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4A0BD-3CC5-0773-979A-87B17D2C3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3D89213B-767C-3648-7D6B-E79F09CB0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EDD644-928F-D85A-FFD5-74A0DFBB7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849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01F32-3FF6-7D16-6DD1-4A68D4E0E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875AAB9E-A056-01FE-2C11-F044B1636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8CD53B-D5A6-2AC9-1B3E-AF3AB2707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0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A4BAA-1C5A-CAA9-C9FC-DD7D6D1B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D9A4198F-9067-591F-AAA0-7048EDC76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CF901E-F4C3-1D57-7D18-A750A8FE6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5854C7-0689-E5F0-456E-83BEBD143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6808" y="898446"/>
            <a:ext cx="4415932" cy="59595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439A7D-F546-5FAA-5A69-35192F6BACB1}"/>
              </a:ext>
            </a:extLst>
          </p:cNvPr>
          <p:cNvSpPr txBox="1"/>
          <p:nvPr/>
        </p:nvSpPr>
        <p:spPr>
          <a:xfrm>
            <a:off x="2178462" y="137652"/>
            <a:ext cx="4432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Transformer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94120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B21C2-430E-F3F7-4C93-EF0617BA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B8BB053A-C5CD-2147-8B1E-CC18BDCC7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5C91A6-7004-3FA7-6C32-8FDE6E71F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9D19FE-7462-2102-1261-3FBE15110EF6}"/>
              </a:ext>
            </a:extLst>
          </p:cNvPr>
          <p:cNvSpPr txBox="1"/>
          <p:nvPr/>
        </p:nvSpPr>
        <p:spPr>
          <a:xfrm>
            <a:off x="1143000" y="1101370"/>
            <a:ext cx="68580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/>
          </a:p>
          <a:p>
            <a:pPr>
              <a:defRPr sz="2000"/>
            </a:pPr>
            <a:r>
              <a:rPr lang="en-US" sz="1600" dirty="0"/>
              <a:t>🔹 Transformers process the entire sentence at once, not word-by-word.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600" dirty="0"/>
              <a:t>👉 **Input Embedding**</a:t>
            </a:r>
          </a:p>
          <a:p>
            <a:pPr>
              <a:defRPr sz="2000"/>
            </a:pPr>
            <a:r>
              <a:rPr lang="en-US" sz="1600" dirty="0"/>
              <a:t>   - Converts each word into a numeric vector (learned representation).</a:t>
            </a:r>
          </a:p>
          <a:p>
            <a:pPr>
              <a:defRPr sz="2000"/>
            </a:pPr>
            <a:r>
              <a:rPr lang="en-US" sz="1600" dirty="0"/>
              <a:t>   - Helps the model understand meaning of words.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600" dirty="0"/>
              <a:t>👉 **Positional Encoding**</a:t>
            </a:r>
          </a:p>
          <a:p>
            <a:pPr>
              <a:defRPr sz="2000"/>
            </a:pPr>
            <a:r>
              <a:rPr lang="en-US" sz="1600" dirty="0"/>
              <a:t>   - Adds order information so the model knows which word comes first.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600" dirty="0"/>
              <a:t>👉 **Encoder (repeated N times)**</a:t>
            </a:r>
          </a:p>
          <a:p>
            <a:pPr>
              <a:defRPr sz="2000"/>
            </a:pPr>
            <a:r>
              <a:rPr lang="en-US" sz="1600" dirty="0"/>
              <a:t>   • **Self-Attention:** Every word looks at all other words.</a:t>
            </a:r>
          </a:p>
          <a:p>
            <a:pPr>
              <a:defRPr sz="2000"/>
            </a:pPr>
            <a:r>
              <a:rPr lang="en-US" sz="1600" dirty="0"/>
              <a:t>       Example: In “She saw the dog with a telescope”,</a:t>
            </a:r>
          </a:p>
          <a:p>
            <a:pPr>
              <a:defRPr sz="2000"/>
            </a:pPr>
            <a:r>
              <a:rPr lang="en-US" sz="1600" dirty="0"/>
              <a:t>       the model figures out which words relate to each other.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600" dirty="0"/>
              <a:t>   • **Feed Forward Network:** A small neural network that improves the representation.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600" dirty="0"/>
              <a:t>⭐ Output of Encoder = Deep understanding of the full input sentence.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966DC8-D7DB-2D43-14CA-534C3C24EF5D}"/>
              </a:ext>
            </a:extLst>
          </p:cNvPr>
          <p:cNvSpPr txBox="1"/>
          <p:nvPr/>
        </p:nvSpPr>
        <p:spPr>
          <a:xfrm>
            <a:off x="2178462" y="137652"/>
            <a:ext cx="4432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Transformer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41902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174EB-C701-2807-CA17-EDB532FE2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81DD0DCF-A7EB-4D00-1766-BAD18A708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877BF3-B2AB-BC1D-0D44-905DEEA2F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pic>
        <p:nvPicPr>
          <p:cNvPr id="2" name="Picture 1" descr="450808d6-f018-4170-8863-633347777b52.png">
            <a:extLst>
              <a:ext uri="{FF2B5EF4-FFF2-40B4-BE49-F238E27FC236}">
                <a16:creationId xmlns:a16="http://schemas.microsoft.com/office/drawing/2014/main" id="{5ACEC5FF-ADF4-E630-4A6A-6B7DC2D61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1603B3-98C1-7195-F843-BA59F7B69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FEE482-FE79-534B-85A2-2291117DC5FE}"/>
              </a:ext>
            </a:extLst>
          </p:cNvPr>
          <p:cNvSpPr txBox="1"/>
          <p:nvPr/>
        </p:nvSpPr>
        <p:spPr>
          <a:xfrm>
            <a:off x="1143000" y="673104"/>
            <a:ext cx="68580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/>
          </a:p>
          <a:p>
            <a:pPr>
              <a:defRPr sz="2000"/>
            </a:pPr>
            <a:r>
              <a:rPr lang="en-US" sz="1600" dirty="0"/>
              <a:t>🔹 The Decoder generates the output sentence one word at a time.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600" dirty="0"/>
              <a:t>👉 **Shifted Output Input**</a:t>
            </a:r>
          </a:p>
          <a:p>
            <a:pPr>
              <a:defRPr sz="2000"/>
            </a:pPr>
            <a:r>
              <a:rPr lang="en-US" sz="1600" dirty="0"/>
              <a:t>   - During training, the decoder sees previous words</a:t>
            </a:r>
          </a:p>
          <a:p>
            <a:pPr>
              <a:defRPr sz="2000"/>
            </a:pPr>
            <a:r>
              <a:rPr lang="en-US" sz="1600" dirty="0"/>
              <a:t>     (shifted right) to predict the next one.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600" dirty="0"/>
              <a:t>👉 **Masked Self-Attention**</a:t>
            </a:r>
          </a:p>
          <a:p>
            <a:pPr>
              <a:defRPr sz="2000"/>
            </a:pPr>
            <a:r>
              <a:rPr lang="en-US" sz="1600" dirty="0"/>
              <a:t>   - Prevents the decoder from seeing future words.</a:t>
            </a:r>
          </a:p>
          <a:p>
            <a:pPr>
              <a:defRPr sz="2000"/>
            </a:pPr>
            <a:r>
              <a:rPr lang="en-US" sz="1600" dirty="0"/>
              <a:t>   - Ensures prediction happens step-by-step.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600" dirty="0"/>
              <a:t>👉 **Encoder–Decoder Attention**</a:t>
            </a:r>
          </a:p>
          <a:p>
            <a:pPr>
              <a:defRPr sz="2000"/>
            </a:pPr>
            <a:r>
              <a:rPr lang="en-US" sz="1600" dirty="0"/>
              <a:t>   - Decoder looks back at the encoder’s understanding.</a:t>
            </a:r>
          </a:p>
          <a:p>
            <a:pPr>
              <a:defRPr sz="2000"/>
            </a:pPr>
            <a:r>
              <a:rPr lang="en-US" sz="1600" dirty="0"/>
              <a:t>   - Example: When generating a translation, it attends to relevant</a:t>
            </a:r>
          </a:p>
          <a:p>
            <a:pPr>
              <a:defRPr sz="2000"/>
            </a:pPr>
            <a:r>
              <a:rPr lang="en-US" sz="1600" dirty="0"/>
              <a:t>     parts of the input sentence.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600" dirty="0"/>
              <a:t>👉 **Feed Forward Network**</a:t>
            </a:r>
          </a:p>
          <a:p>
            <a:pPr>
              <a:defRPr sz="2000"/>
            </a:pPr>
            <a:r>
              <a:rPr lang="en-US" sz="1600" dirty="0"/>
              <a:t>   - Adds more processing before final prediction.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600" dirty="0"/>
              <a:t>👉 **Linear + </a:t>
            </a:r>
            <a:r>
              <a:rPr lang="en-US" sz="1600" dirty="0" err="1"/>
              <a:t>Softmax</a:t>
            </a:r>
            <a:r>
              <a:rPr lang="en-US" sz="1600" dirty="0"/>
              <a:t>**</a:t>
            </a:r>
          </a:p>
          <a:p>
            <a:pPr>
              <a:defRPr sz="2000"/>
            </a:pPr>
            <a:r>
              <a:rPr lang="en-US" sz="1600" dirty="0"/>
              <a:t>   - Converts the decoder output into word probabilities.</a:t>
            </a:r>
          </a:p>
          <a:p>
            <a:pPr>
              <a:defRPr sz="2000"/>
            </a:pPr>
            <a:r>
              <a:rPr lang="en-US" sz="1600" dirty="0"/>
              <a:t>   - Highest probability word becomes the model’s next output.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600" dirty="0"/>
              <a:t>⭐ Summary: Decoder = step-by-step generation based on context + encoder info.</a:t>
            </a:r>
          </a:p>
          <a:p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696ED-5969-029A-C1E7-F54D9E99BA70}"/>
              </a:ext>
            </a:extLst>
          </p:cNvPr>
          <p:cNvSpPr txBox="1"/>
          <p:nvPr/>
        </p:nvSpPr>
        <p:spPr>
          <a:xfrm>
            <a:off x="2178462" y="137652"/>
            <a:ext cx="4432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Transformer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58762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85016-6409-6E13-EECB-523A030EA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09930E3B-ED7D-BEE7-DF64-ADB2C58C6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B6DEDB-3FA0-DF6E-F29F-03B189BD8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103F2E-800E-4964-29D5-F2ECC1036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6D3906A-CE00-000A-FFE1-C22DC4DF3428}"/>
              </a:ext>
            </a:extLst>
          </p:cNvPr>
          <p:cNvSpPr txBox="1"/>
          <p:nvPr/>
        </p:nvSpPr>
        <p:spPr>
          <a:xfrm>
            <a:off x="1295400" y="675029"/>
            <a:ext cx="68580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/>
          </a:p>
          <a:p>
            <a:pPr>
              <a:defRPr sz="2000"/>
            </a:pPr>
            <a:r>
              <a:rPr lang="en-US" sz="1600" dirty="0"/>
              <a:t>🔹 The Decoder generates the output sentence one word at a time.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600" dirty="0"/>
              <a:t>👉 **Shifted Output Input**</a:t>
            </a:r>
          </a:p>
          <a:p>
            <a:pPr>
              <a:defRPr sz="2000"/>
            </a:pPr>
            <a:r>
              <a:rPr lang="en-US" sz="1600" dirty="0"/>
              <a:t>   - During training, the decoder sees previous words</a:t>
            </a:r>
          </a:p>
          <a:p>
            <a:pPr>
              <a:defRPr sz="2000"/>
            </a:pPr>
            <a:r>
              <a:rPr lang="en-US" sz="1600" dirty="0"/>
              <a:t>     (shifted right) to predict the next one.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600" dirty="0"/>
              <a:t>👉 **Masked Self-Attention**</a:t>
            </a:r>
          </a:p>
          <a:p>
            <a:pPr>
              <a:defRPr sz="2000"/>
            </a:pPr>
            <a:r>
              <a:rPr lang="en-US" sz="1600" dirty="0"/>
              <a:t>   - Prevents the decoder from seeing future words.</a:t>
            </a:r>
          </a:p>
          <a:p>
            <a:pPr>
              <a:defRPr sz="2000"/>
            </a:pPr>
            <a:r>
              <a:rPr lang="en-US" sz="1600" dirty="0"/>
              <a:t>   - Ensures prediction happens step-by-step.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600" dirty="0"/>
              <a:t>👉 **Encoder–Decoder Attention**</a:t>
            </a:r>
          </a:p>
          <a:p>
            <a:pPr>
              <a:defRPr sz="2000"/>
            </a:pPr>
            <a:r>
              <a:rPr lang="en-US" sz="1600" dirty="0"/>
              <a:t>   - Decoder looks back at the encoder’s understanding.</a:t>
            </a:r>
          </a:p>
          <a:p>
            <a:pPr>
              <a:defRPr sz="2000"/>
            </a:pPr>
            <a:r>
              <a:rPr lang="en-US" sz="1600" dirty="0"/>
              <a:t>   - Example: When generating a translation, it attends to relevant</a:t>
            </a:r>
          </a:p>
          <a:p>
            <a:pPr>
              <a:defRPr sz="2000"/>
            </a:pPr>
            <a:r>
              <a:rPr lang="en-US" sz="1600" dirty="0"/>
              <a:t>     parts of the input sentence.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600" dirty="0"/>
              <a:t>👉 **Feed Forward Network**</a:t>
            </a:r>
          </a:p>
          <a:p>
            <a:pPr>
              <a:defRPr sz="2000"/>
            </a:pPr>
            <a:r>
              <a:rPr lang="en-US" sz="1600" dirty="0"/>
              <a:t>   - Adds more processing before final prediction.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600" dirty="0"/>
              <a:t>👉 **Linear + </a:t>
            </a:r>
            <a:r>
              <a:rPr lang="en-US" sz="1600" dirty="0" err="1"/>
              <a:t>Softmax</a:t>
            </a:r>
            <a:r>
              <a:rPr lang="en-US" sz="1600" dirty="0"/>
              <a:t>**</a:t>
            </a:r>
          </a:p>
          <a:p>
            <a:pPr>
              <a:defRPr sz="2000"/>
            </a:pPr>
            <a:r>
              <a:rPr lang="en-US" sz="1600" dirty="0"/>
              <a:t>   - Converts the decoder output into word probabilities.</a:t>
            </a:r>
          </a:p>
          <a:p>
            <a:pPr>
              <a:defRPr sz="2000"/>
            </a:pPr>
            <a:r>
              <a:rPr lang="en-US" sz="1600" dirty="0"/>
              <a:t>   - Highest probability word becomes the model’s next output.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600" dirty="0"/>
              <a:t>⭐ Summary: Decoder = step-by-step generation based on context + encoder info.</a:t>
            </a:r>
          </a:p>
          <a:p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B4C7AB-C5A4-8DDE-5A00-E86A8F1D29D3}"/>
              </a:ext>
            </a:extLst>
          </p:cNvPr>
          <p:cNvSpPr txBox="1"/>
          <p:nvPr/>
        </p:nvSpPr>
        <p:spPr>
          <a:xfrm>
            <a:off x="2330862" y="290052"/>
            <a:ext cx="4432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Transformer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495389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A15F1-D29E-941C-B56D-FC3E5217A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58EE5AB5-ABDB-5D30-65FA-3014375CF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7639E6-4088-00E4-87A3-19259A3E7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805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21597-35A1-0257-CFC6-9C1BFF6BB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D7698F4F-7C6B-F599-449B-15F0A2AE2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BD7E1F-8D61-5DCE-603D-E1627CA3B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82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360C9-E8B7-E1B7-45C2-4DDBE07D0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C57C3DB7-A80C-202F-ABE1-B08FCDE81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52ABAD-A9E5-7BB2-A013-D5A2C6CEE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60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04B8A-C07E-CEB4-A1F0-D87BE9C5C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047B16AF-5CDE-D550-AC30-E09C213D9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4EAA33-02CB-B9D3-DAFD-282190BC7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34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90563-95FA-E1C1-1EAB-7195321FF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969C93C3-112E-1100-7E5A-D8EBA4C2F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8DE8EB-797A-38CC-2FC0-4DA5B1C4E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0007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70FE5-8681-346F-FE1D-E2ABEE098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6CB5B619-C391-0A01-5E90-525AAEF3C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C731C2-CFCE-8342-A470-946656DF8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4374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D082-4C22-36AD-C81B-FF6E9CFB0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DB2BCE8C-8FDE-3C16-F1F3-A57F55BD1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9DC80B-E652-D9E5-98C5-7A65FF68D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950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CF2E6-5D3F-157B-0F25-DDC586A54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71EF7DD6-BB2A-FEA8-E60D-C284EE5FA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3A7CB8-364A-A67D-B6D2-6AA6DA5B2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379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B0A00-203A-252F-AAE0-49F80983E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73A52282-AB82-1220-4E40-34AABEF3B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270587-6E00-CD77-87A1-D3D42A45E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187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AE0A1-5587-0A33-5378-295247206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D623CB44-8E67-5885-93EA-B852CE584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B50A19-A115-992A-7BEF-865ED1A57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973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2641F-CF17-DE49-A174-6542C7747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999B5C07-6ED0-A934-5550-94F6BC35A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1AFF96-FD10-20F2-173E-CB36CE924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67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B40FA-D544-1086-4F3F-76EB0AD6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AA138325-0F28-CC1B-43B3-370B098AA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96F5A6-3916-0395-EDAC-8412D0C38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50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21CF2-B671-EEB2-594C-3F5326751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FF6363D6-3345-ABF0-BC33-D05AEFECD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4238FC-78F2-8DD3-499B-B97E99A57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7064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C90F3-240E-89EC-530B-CA1A69E10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A0A2DCDB-7271-FFE2-2765-B4C777CBC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EEAA85-35F2-BDE5-EFDB-A72FD1669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0355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CD3EF-A0EF-6856-6542-E5DDD6FBF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29C35488-3327-351D-7180-7DC224F22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B8B683-5565-1650-505D-E57DF9B7F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154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3C1BA-02E3-9D82-A585-9D1FD7125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EE589166-30CC-8277-B70A-0B8A8B9A9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96D202-A956-3523-9C5C-982D14E19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1639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FD763-03DC-AA98-A7E2-3CDB9D298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CD6B637A-D64E-E2DC-886D-444A9BB73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EDA73B-2C67-BD0A-31AF-72A8F3553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903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5ACEF-656F-C9A8-BD63-0DF118BC4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7C3EFB4B-E4C6-A432-5A36-AA1EF7B75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61BD14-0FE5-6DC5-BA6D-6EB04EDAF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027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0F1E-5F93-3B45-1DFC-0599D8E97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21109BF3-6ADF-AB01-AA3D-B9931E009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F95899-0FDD-4B96-54AB-D9AB7079B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7443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2E005-DD0D-44A9-F67E-FD7831ADB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>
            <a:extLst>
              <a:ext uri="{FF2B5EF4-FFF2-40B4-BE49-F238E27FC236}">
                <a16:creationId xmlns:a16="http://schemas.microsoft.com/office/drawing/2014/main" id="{C7015D7B-DF3E-CCAF-0393-92025F5CC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21C1F3-622C-3C3E-7DCF-5A81727DD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114831"/>
            <a:ext cx="1708662" cy="63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948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</TotalTime>
  <Words>1788</Words>
  <Application>Microsoft Office PowerPoint</Application>
  <PresentationFormat>On-screen Show (4:3)</PresentationFormat>
  <Paragraphs>281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Akhilesh Shende</cp:lastModifiedBy>
  <cp:revision>13</cp:revision>
  <dcterms:created xsi:type="dcterms:W3CDTF">2013-01-27T09:14:16Z</dcterms:created>
  <dcterms:modified xsi:type="dcterms:W3CDTF">2025-12-08T18:39:14Z</dcterms:modified>
  <cp:category/>
</cp:coreProperties>
</file>